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B243CB-F1BE-4E6C-8605-65F6D516949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365BBA2-5E66-4E67-BF55-34F4127C0699}">
      <dgm:prSet/>
      <dgm:spPr/>
      <dgm:t>
        <a:bodyPr/>
        <a:lstStyle/>
        <a:p>
          <a:r>
            <a:rPr lang="en-US"/>
            <a:t>Sorting is a fundamental concept in computer science.</a:t>
          </a:r>
        </a:p>
      </dgm:t>
    </dgm:pt>
    <dgm:pt modelId="{FB8A9D94-D433-47B7-99AF-D0FFFCFE4881}" type="parTrans" cxnId="{1C79E300-7629-41BE-8D52-4A26F261B5B9}">
      <dgm:prSet/>
      <dgm:spPr/>
      <dgm:t>
        <a:bodyPr/>
        <a:lstStyle/>
        <a:p>
          <a:endParaRPr lang="en-US"/>
        </a:p>
      </dgm:t>
    </dgm:pt>
    <dgm:pt modelId="{5BBA2900-3FCC-43C7-B2B7-D11A11576DF8}" type="sibTrans" cxnId="{1C79E300-7629-41BE-8D52-4A26F261B5B9}">
      <dgm:prSet/>
      <dgm:spPr/>
      <dgm:t>
        <a:bodyPr/>
        <a:lstStyle/>
        <a:p>
          <a:endParaRPr lang="en-US"/>
        </a:p>
      </dgm:t>
    </dgm:pt>
    <dgm:pt modelId="{B9E3CDB8-C667-4BFE-8B77-ABBF572B8320}">
      <dgm:prSet/>
      <dgm:spPr/>
      <dgm:t>
        <a:bodyPr/>
        <a:lstStyle/>
        <a:p>
          <a:r>
            <a:rPr lang="en-US"/>
            <a:t>This project helps visualize how different sorting algorithms work.</a:t>
          </a:r>
        </a:p>
      </dgm:t>
    </dgm:pt>
    <dgm:pt modelId="{5511AC27-E96B-44D8-B739-AF2F9B391C18}" type="parTrans" cxnId="{00B67E9B-A582-4FF1-ADAD-638F55782C17}">
      <dgm:prSet/>
      <dgm:spPr/>
      <dgm:t>
        <a:bodyPr/>
        <a:lstStyle/>
        <a:p>
          <a:endParaRPr lang="en-US"/>
        </a:p>
      </dgm:t>
    </dgm:pt>
    <dgm:pt modelId="{36A0C0B9-2327-4680-B438-4E45854F8A85}" type="sibTrans" cxnId="{00B67E9B-A582-4FF1-ADAD-638F55782C17}">
      <dgm:prSet/>
      <dgm:spPr/>
      <dgm:t>
        <a:bodyPr/>
        <a:lstStyle/>
        <a:p>
          <a:endParaRPr lang="en-US"/>
        </a:p>
      </dgm:t>
    </dgm:pt>
    <dgm:pt modelId="{2B411080-0A4C-4A32-9630-40254E8E2007}">
      <dgm:prSet/>
      <dgm:spPr/>
      <dgm:t>
        <a:bodyPr/>
        <a:lstStyle/>
        <a:p>
          <a:r>
            <a:rPr lang="en-US"/>
            <a:t>It helps students understand sorting logic in an interactive way.</a:t>
          </a:r>
        </a:p>
      </dgm:t>
    </dgm:pt>
    <dgm:pt modelId="{89EFC727-EA86-476D-8DA1-51EE71DA136B}" type="parTrans" cxnId="{1FF50BB8-159D-46E5-B30E-CAACE5672F87}">
      <dgm:prSet/>
      <dgm:spPr/>
      <dgm:t>
        <a:bodyPr/>
        <a:lstStyle/>
        <a:p>
          <a:endParaRPr lang="en-US"/>
        </a:p>
      </dgm:t>
    </dgm:pt>
    <dgm:pt modelId="{34C5CD9F-603D-4D0A-9378-FD17A92884CD}" type="sibTrans" cxnId="{1FF50BB8-159D-46E5-B30E-CAACE5672F87}">
      <dgm:prSet/>
      <dgm:spPr/>
      <dgm:t>
        <a:bodyPr/>
        <a:lstStyle/>
        <a:p>
          <a:endParaRPr lang="en-US"/>
        </a:p>
      </dgm:t>
    </dgm:pt>
    <dgm:pt modelId="{0EE1D0B8-2550-469F-96D1-AE553CB9C589}" type="pres">
      <dgm:prSet presAssocID="{1FB243CB-F1BE-4E6C-8605-65F6D5169496}" presName="linear" presStyleCnt="0">
        <dgm:presLayoutVars>
          <dgm:animLvl val="lvl"/>
          <dgm:resizeHandles val="exact"/>
        </dgm:presLayoutVars>
      </dgm:prSet>
      <dgm:spPr/>
    </dgm:pt>
    <dgm:pt modelId="{6F6BCC35-D5D8-4B7E-8986-11E9FDFD41E4}" type="pres">
      <dgm:prSet presAssocID="{0365BBA2-5E66-4E67-BF55-34F4127C06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C469AF-AA90-45A5-B82A-10A9D957C876}" type="pres">
      <dgm:prSet presAssocID="{5BBA2900-3FCC-43C7-B2B7-D11A11576DF8}" presName="spacer" presStyleCnt="0"/>
      <dgm:spPr/>
    </dgm:pt>
    <dgm:pt modelId="{F4FDAA11-5FB6-48AC-B6A1-F47AD7A41E80}" type="pres">
      <dgm:prSet presAssocID="{B9E3CDB8-C667-4BFE-8B77-ABBF572B83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CC3490-D581-410C-B3A9-F3E8F7C16820}" type="pres">
      <dgm:prSet presAssocID="{36A0C0B9-2327-4680-B438-4E45854F8A85}" presName="spacer" presStyleCnt="0"/>
      <dgm:spPr/>
    </dgm:pt>
    <dgm:pt modelId="{6DD320D3-60A1-479E-AF04-4786AA75239A}" type="pres">
      <dgm:prSet presAssocID="{2B411080-0A4C-4A32-9630-40254E8E20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79E300-7629-41BE-8D52-4A26F261B5B9}" srcId="{1FB243CB-F1BE-4E6C-8605-65F6D5169496}" destId="{0365BBA2-5E66-4E67-BF55-34F4127C0699}" srcOrd="0" destOrd="0" parTransId="{FB8A9D94-D433-47B7-99AF-D0FFFCFE4881}" sibTransId="{5BBA2900-3FCC-43C7-B2B7-D11A11576DF8}"/>
    <dgm:cxn modelId="{0B0C1C06-8E43-4C50-9B43-0ABDEF4929F3}" type="presOf" srcId="{1FB243CB-F1BE-4E6C-8605-65F6D5169496}" destId="{0EE1D0B8-2550-469F-96D1-AE553CB9C589}" srcOrd="0" destOrd="0" presId="urn:microsoft.com/office/officeart/2005/8/layout/vList2"/>
    <dgm:cxn modelId="{9248307B-CFF8-41FE-A890-0135CD3EB854}" type="presOf" srcId="{B9E3CDB8-C667-4BFE-8B77-ABBF572B8320}" destId="{F4FDAA11-5FB6-48AC-B6A1-F47AD7A41E80}" srcOrd="0" destOrd="0" presId="urn:microsoft.com/office/officeart/2005/8/layout/vList2"/>
    <dgm:cxn modelId="{0A912D8F-5C28-4385-BF73-97A532CDEFEA}" type="presOf" srcId="{0365BBA2-5E66-4E67-BF55-34F4127C0699}" destId="{6F6BCC35-D5D8-4B7E-8986-11E9FDFD41E4}" srcOrd="0" destOrd="0" presId="urn:microsoft.com/office/officeart/2005/8/layout/vList2"/>
    <dgm:cxn modelId="{00B67E9B-A582-4FF1-ADAD-638F55782C17}" srcId="{1FB243CB-F1BE-4E6C-8605-65F6D5169496}" destId="{B9E3CDB8-C667-4BFE-8B77-ABBF572B8320}" srcOrd="1" destOrd="0" parTransId="{5511AC27-E96B-44D8-B739-AF2F9B391C18}" sibTransId="{36A0C0B9-2327-4680-B438-4E45854F8A85}"/>
    <dgm:cxn modelId="{1FF50BB8-159D-46E5-B30E-CAACE5672F87}" srcId="{1FB243CB-F1BE-4E6C-8605-65F6D5169496}" destId="{2B411080-0A4C-4A32-9630-40254E8E2007}" srcOrd="2" destOrd="0" parTransId="{89EFC727-EA86-476D-8DA1-51EE71DA136B}" sibTransId="{34C5CD9F-603D-4D0A-9378-FD17A92884CD}"/>
    <dgm:cxn modelId="{C24037CC-13C5-4C02-9482-6C76DE7E254F}" type="presOf" srcId="{2B411080-0A4C-4A32-9630-40254E8E2007}" destId="{6DD320D3-60A1-479E-AF04-4786AA75239A}" srcOrd="0" destOrd="0" presId="urn:microsoft.com/office/officeart/2005/8/layout/vList2"/>
    <dgm:cxn modelId="{3F3320EB-DAB3-4E8F-869C-2B10C84A0718}" type="presParOf" srcId="{0EE1D0B8-2550-469F-96D1-AE553CB9C589}" destId="{6F6BCC35-D5D8-4B7E-8986-11E9FDFD41E4}" srcOrd="0" destOrd="0" presId="urn:microsoft.com/office/officeart/2005/8/layout/vList2"/>
    <dgm:cxn modelId="{6F14445E-E541-41BD-B38C-D72F1BF6BD0C}" type="presParOf" srcId="{0EE1D0B8-2550-469F-96D1-AE553CB9C589}" destId="{70C469AF-AA90-45A5-B82A-10A9D957C876}" srcOrd="1" destOrd="0" presId="urn:microsoft.com/office/officeart/2005/8/layout/vList2"/>
    <dgm:cxn modelId="{D49885FB-897A-4C90-9B37-7F9BB4CC41C8}" type="presParOf" srcId="{0EE1D0B8-2550-469F-96D1-AE553CB9C589}" destId="{F4FDAA11-5FB6-48AC-B6A1-F47AD7A41E80}" srcOrd="2" destOrd="0" presId="urn:microsoft.com/office/officeart/2005/8/layout/vList2"/>
    <dgm:cxn modelId="{61DE3B35-3AC3-4E5C-BAC8-A8E999E6E91C}" type="presParOf" srcId="{0EE1D0B8-2550-469F-96D1-AE553CB9C589}" destId="{32CC3490-D581-410C-B3A9-F3E8F7C16820}" srcOrd="3" destOrd="0" presId="urn:microsoft.com/office/officeart/2005/8/layout/vList2"/>
    <dgm:cxn modelId="{264B1592-DEB0-4685-9377-ED15587ECE60}" type="presParOf" srcId="{0EE1D0B8-2550-469F-96D1-AE553CB9C589}" destId="{6DD320D3-60A1-479E-AF04-4786AA75239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CE58B8-5D8B-4A7C-A58A-5AB932FA99A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EDF5C2-1ACC-42C7-9711-29A0DABD9857}">
      <dgm:prSet/>
      <dgm:spPr/>
      <dgm:t>
        <a:bodyPr/>
        <a:lstStyle/>
        <a:p>
          <a:r>
            <a:rPr lang="en-US"/>
            <a:t>To visualize and understand sorting algorithms through animations.</a:t>
          </a:r>
        </a:p>
      </dgm:t>
    </dgm:pt>
    <dgm:pt modelId="{2A900508-B01E-479E-9A08-8AD2ED615B0C}" type="parTrans" cxnId="{74FC334B-4F91-45D2-8757-6CAB4358E8DC}">
      <dgm:prSet/>
      <dgm:spPr/>
      <dgm:t>
        <a:bodyPr/>
        <a:lstStyle/>
        <a:p>
          <a:endParaRPr lang="en-US"/>
        </a:p>
      </dgm:t>
    </dgm:pt>
    <dgm:pt modelId="{E461132D-096D-4F4A-9E70-FE58F9D56285}" type="sibTrans" cxnId="{74FC334B-4F91-45D2-8757-6CAB4358E8DC}">
      <dgm:prSet/>
      <dgm:spPr/>
      <dgm:t>
        <a:bodyPr/>
        <a:lstStyle/>
        <a:p>
          <a:endParaRPr lang="en-US"/>
        </a:p>
      </dgm:t>
    </dgm:pt>
    <dgm:pt modelId="{C4ECA3C8-5E69-41AB-9639-2151D738CFFB}">
      <dgm:prSet/>
      <dgm:spPr/>
      <dgm:t>
        <a:bodyPr/>
        <a:lstStyle/>
        <a:p>
          <a:r>
            <a:rPr lang="en-US"/>
            <a:t>Allow users to control array size and speed of sorting.</a:t>
          </a:r>
        </a:p>
      </dgm:t>
    </dgm:pt>
    <dgm:pt modelId="{C9C26B24-AC1D-463A-9D1F-2D09F3E4E30C}" type="parTrans" cxnId="{49315159-45AA-4FE6-B421-5CF2B57CCB42}">
      <dgm:prSet/>
      <dgm:spPr/>
      <dgm:t>
        <a:bodyPr/>
        <a:lstStyle/>
        <a:p>
          <a:endParaRPr lang="en-US"/>
        </a:p>
      </dgm:t>
    </dgm:pt>
    <dgm:pt modelId="{D45253E0-544D-4B63-A311-1D19971010AB}" type="sibTrans" cxnId="{49315159-45AA-4FE6-B421-5CF2B57CCB42}">
      <dgm:prSet/>
      <dgm:spPr/>
      <dgm:t>
        <a:bodyPr/>
        <a:lstStyle/>
        <a:p>
          <a:endParaRPr lang="en-US"/>
        </a:p>
      </dgm:t>
    </dgm:pt>
    <dgm:pt modelId="{AE07ACFD-26AA-4894-8181-0ED973BE87FE}">
      <dgm:prSet/>
      <dgm:spPr/>
      <dgm:t>
        <a:bodyPr/>
        <a:lstStyle/>
        <a:p>
          <a:r>
            <a:rPr lang="en-US"/>
            <a:t>Make learning sorting more interactive and fun.</a:t>
          </a:r>
        </a:p>
      </dgm:t>
    </dgm:pt>
    <dgm:pt modelId="{55A44F8B-43B9-41B2-9200-F2F05552B0ED}" type="parTrans" cxnId="{5E7A77A4-CD42-4EB4-B341-38F741F53F7B}">
      <dgm:prSet/>
      <dgm:spPr/>
      <dgm:t>
        <a:bodyPr/>
        <a:lstStyle/>
        <a:p>
          <a:endParaRPr lang="en-US"/>
        </a:p>
      </dgm:t>
    </dgm:pt>
    <dgm:pt modelId="{19908079-372F-4F69-AD91-5973D1DC1F56}" type="sibTrans" cxnId="{5E7A77A4-CD42-4EB4-B341-38F741F53F7B}">
      <dgm:prSet/>
      <dgm:spPr/>
      <dgm:t>
        <a:bodyPr/>
        <a:lstStyle/>
        <a:p>
          <a:endParaRPr lang="en-US"/>
        </a:p>
      </dgm:t>
    </dgm:pt>
    <dgm:pt modelId="{F383AD5B-FD93-4EFD-BB6F-8611D2668995}" type="pres">
      <dgm:prSet presAssocID="{51CE58B8-5D8B-4A7C-A58A-5AB932FA99AA}" presName="vert0" presStyleCnt="0">
        <dgm:presLayoutVars>
          <dgm:dir/>
          <dgm:animOne val="branch"/>
          <dgm:animLvl val="lvl"/>
        </dgm:presLayoutVars>
      </dgm:prSet>
      <dgm:spPr/>
    </dgm:pt>
    <dgm:pt modelId="{8EF9EDE3-46E2-469E-96B6-31F6B5638194}" type="pres">
      <dgm:prSet presAssocID="{12EDF5C2-1ACC-42C7-9711-29A0DABD9857}" presName="thickLine" presStyleLbl="alignNode1" presStyleIdx="0" presStyleCnt="3"/>
      <dgm:spPr/>
    </dgm:pt>
    <dgm:pt modelId="{916EC9A6-F96A-4541-B858-3C8D0DE86986}" type="pres">
      <dgm:prSet presAssocID="{12EDF5C2-1ACC-42C7-9711-29A0DABD9857}" presName="horz1" presStyleCnt="0"/>
      <dgm:spPr/>
    </dgm:pt>
    <dgm:pt modelId="{C1D663C5-53D4-400D-A355-B1B82120A972}" type="pres">
      <dgm:prSet presAssocID="{12EDF5C2-1ACC-42C7-9711-29A0DABD9857}" presName="tx1" presStyleLbl="revTx" presStyleIdx="0" presStyleCnt="3"/>
      <dgm:spPr/>
    </dgm:pt>
    <dgm:pt modelId="{EBDB4D4A-B00D-4FBA-A4FD-91AB88767D4F}" type="pres">
      <dgm:prSet presAssocID="{12EDF5C2-1ACC-42C7-9711-29A0DABD9857}" presName="vert1" presStyleCnt="0"/>
      <dgm:spPr/>
    </dgm:pt>
    <dgm:pt modelId="{D46D094A-C882-4AD8-8C50-40028B305C00}" type="pres">
      <dgm:prSet presAssocID="{C4ECA3C8-5E69-41AB-9639-2151D738CFFB}" presName="thickLine" presStyleLbl="alignNode1" presStyleIdx="1" presStyleCnt="3"/>
      <dgm:spPr/>
    </dgm:pt>
    <dgm:pt modelId="{9E0B4C1B-3D4A-4A2A-93EF-754CBD1898E1}" type="pres">
      <dgm:prSet presAssocID="{C4ECA3C8-5E69-41AB-9639-2151D738CFFB}" presName="horz1" presStyleCnt="0"/>
      <dgm:spPr/>
    </dgm:pt>
    <dgm:pt modelId="{A4A99C67-F394-4075-850F-A908074A52DC}" type="pres">
      <dgm:prSet presAssocID="{C4ECA3C8-5E69-41AB-9639-2151D738CFFB}" presName="tx1" presStyleLbl="revTx" presStyleIdx="1" presStyleCnt="3"/>
      <dgm:spPr/>
    </dgm:pt>
    <dgm:pt modelId="{E2F60AB2-2AF8-4B46-AF36-7D57A9C54FA3}" type="pres">
      <dgm:prSet presAssocID="{C4ECA3C8-5E69-41AB-9639-2151D738CFFB}" presName="vert1" presStyleCnt="0"/>
      <dgm:spPr/>
    </dgm:pt>
    <dgm:pt modelId="{63398052-3F2D-4BFA-BCEA-59687725CFDA}" type="pres">
      <dgm:prSet presAssocID="{AE07ACFD-26AA-4894-8181-0ED973BE87FE}" presName="thickLine" presStyleLbl="alignNode1" presStyleIdx="2" presStyleCnt="3"/>
      <dgm:spPr/>
    </dgm:pt>
    <dgm:pt modelId="{E7C2CAD6-44CB-40CF-B694-AFC97A617F38}" type="pres">
      <dgm:prSet presAssocID="{AE07ACFD-26AA-4894-8181-0ED973BE87FE}" presName="horz1" presStyleCnt="0"/>
      <dgm:spPr/>
    </dgm:pt>
    <dgm:pt modelId="{C2408C83-320A-488E-B822-50A4ACF57C26}" type="pres">
      <dgm:prSet presAssocID="{AE07ACFD-26AA-4894-8181-0ED973BE87FE}" presName="tx1" presStyleLbl="revTx" presStyleIdx="2" presStyleCnt="3"/>
      <dgm:spPr/>
    </dgm:pt>
    <dgm:pt modelId="{7070C8B3-9211-4E2A-966D-A5DF80A48CCF}" type="pres">
      <dgm:prSet presAssocID="{AE07ACFD-26AA-4894-8181-0ED973BE87FE}" presName="vert1" presStyleCnt="0"/>
      <dgm:spPr/>
    </dgm:pt>
  </dgm:ptLst>
  <dgm:cxnLst>
    <dgm:cxn modelId="{56BDF265-D1D4-41EE-9D4B-CEB7ACE94488}" type="presOf" srcId="{AE07ACFD-26AA-4894-8181-0ED973BE87FE}" destId="{C2408C83-320A-488E-B822-50A4ACF57C26}" srcOrd="0" destOrd="0" presId="urn:microsoft.com/office/officeart/2008/layout/LinedList"/>
    <dgm:cxn modelId="{74FC334B-4F91-45D2-8757-6CAB4358E8DC}" srcId="{51CE58B8-5D8B-4A7C-A58A-5AB932FA99AA}" destId="{12EDF5C2-1ACC-42C7-9711-29A0DABD9857}" srcOrd="0" destOrd="0" parTransId="{2A900508-B01E-479E-9A08-8AD2ED615B0C}" sibTransId="{E461132D-096D-4F4A-9E70-FE58F9D56285}"/>
    <dgm:cxn modelId="{C85A7756-12C3-4A2B-A210-B2CDFD76C98C}" type="presOf" srcId="{51CE58B8-5D8B-4A7C-A58A-5AB932FA99AA}" destId="{F383AD5B-FD93-4EFD-BB6F-8611D2668995}" srcOrd="0" destOrd="0" presId="urn:microsoft.com/office/officeart/2008/layout/LinedList"/>
    <dgm:cxn modelId="{49315159-45AA-4FE6-B421-5CF2B57CCB42}" srcId="{51CE58B8-5D8B-4A7C-A58A-5AB932FA99AA}" destId="{C4ECA3C8-5E69-41AB-9639-2151D738CFFB}" srcOrd="1" destOrd="0" parTransId="{C9C26B24-AC1D-463A-9D1F-2D09F3E4E30C}" sibTransId="{D45253E0-544D-4B63-A311-1D19971010AB}"/>
    <dgm:cxn modelId="{5E7A77A4-CD42-4EB4-B341-38F741F53F7B}" srcId="{51CE58B8-5D8B-4A7C-A58A-5AB932FA99AA}" destId="{AE07ACFD-26AA-4894-8181-0ED973BE87FE}" srcOrd="2" destOrd="0" parTransId="{55A44F8B-43B9-41B2-9200-F2F05552B0ED}" sibTransId="{19908079-372F-4F69-AD91-5973D1DC1F56}"/>
    <dgm:cxn modelId="{0294DEA5-2106-4D81-B134-DEE2B9AE3FD4}" type="presOf" srcId="{12EDF5C2-1ACC-42C7-9711-29A0DABD9857}" destId="{C1D663C5-53D4-400D-A355-B1B82120A972}" srcOrd="0" destOrd="0" presId="urn:microsoft.com/office/officeart/2008/layout/LinedList"/>
    <dgm:cxn modelId="{CEEB1AD6-2DCA-4FDF-93D9-CE390990E052}" type="presOf" srcId="{C4ECA3C8-5E69-41AB-9639-2151D738CFFB}" destId="{A4A99C67-F394-4075-850F-A908074A52DC}" srcOrd="0" destOrd="0" presId="urn:microsoft.com/office/officeart/2008/layout/LinedList"/>
    <dgm:cxn modelId="{0801C812-2BCA-4272-8C7D-84CD650F37DF}" type="presParOf" srcId="{F383AD5B-FD93-4EFD-BB6F-8611D2668995}" destId="{8EF9EDE3-46E2-469E-96B6-31F6B5638194}" srcOrd="0" destOrd="0" presId="urn:microsoft.com/office/officeart/2008/layout/LinedList"/>
    <dgm:cxn modelId="{EE4AB986-3AE5-447E-B9FA-997F7D742706}" type="presParOf" srcId="{F383AD5B-FD93-4EFD-BB6F-8611D2668995}" destId="{916EC9A6-F96A-4541-B858-3C8D0DE86986}" srcOrd="1" destOrd="0" presId="urn:microsoft.com/office/officeart/2008/layout/LinedList"/>
    <dgm:cxn modelId="{FBD54200-0F7B-43E1-B070-BCEB7EF113A2}" type="presParOf" srcId="{916EC9A6-F96A-4541-B858-3C8D0DE86986}" destId="{C1D663C5-53D4-400D-A355-B1B82120A972}" srcOrd="0" destOrd="0" presId="urn:microsoft.com/office/officeart/2008/layout/LinedList"/>
    <dgm:cxn modelId="{8C0EA077-82F0-43E7-A280-ADD7CFCE9A88}" type="presParOf" srcId="{916EC9A6-F96A-4541-B858-3C8D0DE86986}" destId="{EBDB4D4A-B00D-4FBA-A4FD-91AB88767D4F}" srcOrd="1" destOrd="0" presId="urn:microsoft.com/office/officeart/2008/layout/LinedList"/>
    <dgm:cxn modelId="{097CE2D4-6DAF-47ED-B1B1-7057887B8198}" type="presParOf" srcId="{F383AD5B-FD93-4EFD-BB6F-8611D2668995}" destId="{D46D094A-C882-4AD8-8C50-40028B305C00}" srcOrd="2" destOrd="0" presId="urn:microsoft.com/office/officeart/2008/layout/LinedList"/>
    <dgm:cxn modelId="{AB88DF1F-9273-4779-95F7-C7D49F624C63}" type="presParOf" srcId="{F383AD5B-FD93-4EFD-BB6F-8611D2668995}" destId="{9E0B4C1B-3D4A-4A2A-93EF-754CBD1898E1}" srcOrd="3" destOrd="0" presId="urn:microsoft.com/office/officeart/2008/layout/LinedList"/>
    <dgm:cxn modelId="{53A412E7-F4F5-4802-8165-E8EC0DB51CCD}" type="presParOf" srcId="{9E0B4C1B-3D4A-4A2A-93EF-754CBD1898E1}" destId="{A4A99C67-F394-4075-850F-A908074A52DC}" srcOrd="0" destOrd="0" presId="urn:microsoft.com/office/officeart/2008/layout/LinedList"/>
    <dgm:cxn modelId="{29D4775F-84F1-4AA5-90B7-AF9AF301E201}" type="presParOf" srcId="{9E0B4C1B-3D4A-4A2A-93EF-754CBD1898E1}" destId="{E2F60AB2-2AF8-4B46-AF36-7D57A9C54FA3}" srcOrd="1" destOrd="0" presId="urn:microsoft.com/office/officeart/2008/layout/LinedList"/>
    <dgm:cxn modelId="{2B1BF0F0-7384-4201-8EAA-3C1F3E7C6C88}" type="presParOf" srcId="{F383AD5B-FD93-4EFD-BB6F-8611D2668995}" destId="{63398052-3F2D-4BFA-BCEA-59687725CFDA}" srcOrd="4" destOrd="0" presId="urn:microsoft.com/office/officeart/2008/layout/LinedList"/>
    <dgm:cxn modelId="{F2E8A890-613E-4827-AB26-E8A450EC39C2}" type="presParOf" srcId="{F383AD5B-FD93-4EFD-BB6F-8611D2668995}" destId="{E7C2CAD6-44CB-40CF-B694-AFC97A617F38}" srcOrd="5" destOrd="0" presId="urn:microsoft.com/office/officeart/2008/layout/LinedList"/>
    <dgm:cxn modelId="{9E5436A1-CEB2-4F32-A2A4-F9E5A1C6E112}" type="presParOf" srcId="{E7C2CAD6-44CB-40CF-B694-AFC97A617F38}" destId="{C2408C83-320A-488E-B822-50A4ACF57C26}" srcOrd="0" destOrd="0" presId="urn:microsoft.com/office/officeart/2008/layout/LinedList"/>
    <dgm:cxn modelId="{EAE964FE-5273-4E70-A5CC-973E1A6174CC}" type="presParOf" srcId="{E7C2CAD6-44CB-40CF-B694-AFC97A617F38}" destId="{7070C8B3-9211-4E2A-966D-A5DF80A48C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277558-6F57-41CB-8D8E-F2146BED937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DA5340-7FA8-42F3-A862-B27B7BABFE4A}">
      <dgm:prSet/>
      <dgm:spPr/>
      <dgm:t>
        <a:bodyPr/>
        <a:lstStyle/>
        <a:p>
          <a:pPr>
            <a:defRPr cap="all"/>
          </a:pPr>
          <a:r>
            <a:rPr lang="en-US" dirty="0"/>
            <a:t>Visualizes 6 different sorting algorithms.</a:t>
          </a:r>
        </a:p>
      </dgm:t>
    </dgm:pt>
    <dgm:pt modelId="{00986C6F-73A3-4C24-8151-1C81A10DD99E}" type="parTrans" cxnId="{0A67AFC8-2BA5-425D-ABA4-E75D8A90EAB8}">
      <dgm:prSet/>
      <dgm:spPr/>
      <dgm:t>
        <a:bodyPr/>
        <a:lstStyle/>
        <a:p>
          <a:endParaRPr lang="en-US"/>
        </a:p>
      </dgm:t>
    </dgm:pt>
    <dgm:pt modelId="{AC436DEC-E32A-4DBD-B36F-0F933ED9F3CA}" type="sibTrans" cxnId="{0A67AFC8-2BA5-425D-ABA4-E75D8A90EAB8}">
      <dgm:prSet/>
      <dgm:spPr/>
      <dgm:t>
        <a:bodyPr/>
        <a:lstStyle/>
        <a:p>
          <a:endParaRPr lang="en-US"/>
        </a:p>
      </dgm:t>
    </dgm:pt>
    <dgm:pt modelId="{8447E9B5-3354-4E51-A292-27027EA0AB40}">
      <dgm:prSet/>
      <dgm:spPr/>
      <dgm:t>
        <a:bodyPr/>
        <a:lstStyle/>
        <a:p>
          <a:pPr>
            <a:defRPr cap="all"/>
          </a:pPr>
          <a:r>
            <a:rPr lang="en-US"/>
            <a:t>Adjustable array size and speed.</a:t>
          </a:r>
        </a:p>
      </dgm:t>
    </dgm:pt>
    <dgm:pt modelId="{FFE6E68F-A945-4BFE-966D-D3781E801840}" type="parTrans" cxnId="{C80D428F-3F7D-4287-A197-A112CD5F7EA4}">
      <dgm:prSet/>
      <dgm:spPr/>
      <dgm:t>
        <a:bodyPr/>
        <a:lstStyle/>
        <a:p>
          <a:endParaRPr lang="en-US"/>
        </a:p>
      </dgm:t>
    </dgm:pt>
    <dgm:pt modelId="{ED00044B-8868-46A0-AF77-B6ED2ABB6AA5}" type="sibTrans" cxnId="{C80D428F-3F7D-4287-A197-A112CD5F7EA4}">
      <dgm:prSet/>
      <dgm:spPr/>
      <dgm:t>
        <a:bodyPr/>
        <a:lstStyle/>
        <a:p>
          <a:endParaRPr lang="en-US"/>
        </a:p>
      </dgm:t>
    </dgm:pt>
    <dgm:pt modelId="{F5AB98B8-5DF6-406C-B0C1-F871802FC026}">
      <dgm:prSet/>
      <dgm:spPr/>
      <dgm:t>
        <a:bodyPr/>
        <a:lstStyle/>
        <a:p>
          <a:pPr>
            <a:defRPr cap="all"/>
          </a:pPr>
          <a:r>
            <a:rPr lang="en-US"/>
            <a:t>User-friendly interface.</a:t>
          </a:r>
        </a:p>
      </dgm:t>
    </dgm:pt>
    <dgm:pt modelId="{8B7F5802-F90B-43E9-A73B-790EA9B8EF7E}" type="parTrans" cxnId="{201C73DD-D3C6-473E-BA59-0026751FAE64}">
      <dgm:prSet/>
      <dgm:spPr/>
      <dgm:t>
        <a:bodyPr/>
        <a:lstStyle/>
        <a:p>
          <a:endParaRPr lang="en-US"/>
        </a:p>
      </dgm:t>
    </dgm:pt>
    <dgm:pt modelId="{4BC75527-601C-4743-B668-FE0CB7095C23}" type="sibTrans" cxnId="{201C73DD-D3C6-473E-BA59-0026751FAE64}">
      <dgm:prSet/>
      <dgm:spPr/>
      <dgm:t>
        <a:bodyPr/>
        <a:lstStyle/>
        <a:p>
          <a:endParaRPr lang="en-US"/>
        </a:p>
      </dgm:t>
    </dgm:pt>
    <dgm:pt modelId="{79C55172-DA15-4432-A773-C1799753DC30}">
      <dgm:prSet/>
      <dgm:spPr/>
      <dgm:t>
        <a:bodyPr/>
        <a:lstStyle/>
        <a:p>
          <a:pPr>
            <a:defRPr cap="all"/>
          </a:pPr>
          <a:r>
            <a:rPr lang="en-US"/>
            <a:t>Color-coded comparisons and swaps.</a:t>
          </a:r>
        </a:p>
      </dgm:t>
    </dgm:pt>
    <dgm:pt modelId="{754FD0A4-95DA-4E47-B19F-AE61301478AB}" type="parTrans" cxnId="{4D7BF187-D616-4B24-95A0-FBDD49D295B5}">
      <dgm:prSet/>
      <dgm:spPr/>
      <dgm:t>
        <a:bodyPr/>
        <a:lstStyle/>
        <a:p>
          <a:endParaRPr lang="en-US"/>
        </a:p>
      </dgm:t>
    </dgm:pt>
    <dgm:pt modelId="{7EC54ADD-4EDB-4ED9-A908-FD6716AAE9CA}" type="sibTrans" cxnId="{4D7BF187-D616-4B24-95A0-FBDD49D295B5}">
      <dgm:prSet/>
      <dgm:spPr/>
      <dgm:t>
        <a:bodyPr/>
        <a:lstStyle/>
        <a:p>
          <a:endParaRPr lang="en-US"/>
        </a:p>
      </dgm:t>
    </dgm:pt>
    <dgm:pt modelId="{39F7E444-56AB-4EFD-9BC1-B1170344A07E}">
      <dgm:prSet/>
      <dgm:spPr/>
      <dgm:t>
        <a:bodyPr/>
        <a:lstStyle/>
        <a:p>
          <a:pPr>
            <a:defRPr cap="all"/>
          </a:pPr>
          <a:r>
            <a:rPr lang="en-US"/>
            <a:t>Real-time bar animations.</a:t>
          </a:r>
        </a:p>
      </dgm:t>
    </dgm:pt>
    <dgm:pt modelId="{13D0F74E-DE2D-4939-8713-53D6D92DDB0F}" type="parTrans" cxnId="{51E52295-6B00-4F82-BEF2-79BAE41E5612}">
      <dgm:prSet/>
      <dgm:spPr/>
      <dgm:t>
        <a:bodyPr/>
        <a:lstStyle/>
        <a:p>
          <a:endParaRPr lang="en-US"/>
        </a:p>
      </dgm:t>
    </dgm:pt>
    <dgm:pt modelId="{012D1B24-8AD4-44DC-9294-21D1AACF386B}" type="sibTrans" cxnId="{51E52295-6B00-4F82-BEF2-79BAE41E5612}">
      <dgm:prSet/>
      <dgm:spPr/>
      <dgm:t>
        <a:bodyPr/>
        <a:lstStyle/>
        <a:p>
          <a:endParaRPr lang="en-US"/>
        </a:p>
      </dgm:t>
    </dgm:pt>
    <dgm:pt modelId="{28886F5F-6614-401F-8ED9-D5DF45F26768}" type="pres">
      <dgm:prSet presAssocID="{BC277558-6F57-41CB-8D8E-F2146BED937D}" presName="root" presStyleCnt="0">
        <dgm:presLayoutVars>
          <dgm:dir/>
          <dgm:resizeHandles val="exact"/>
        </dgm:presLayoutVars>
      </dgm:prSet>
      <dgm:spPr/>
    </dgm:pt>
    <dgm:pt modelId="{B1F8EC3C-AAB2-4C3B-AB77-EF5FA78A49CC}" type="pres">
      <dgm:prSet presAssocID="{50DA5340-7FA8-42F3-A862-B27B7BABFE4A}" presName="compNode" presStyleCnt="0"/>
      <dgm:spPr/>
    </dgm:pt>
    <dgm:pt modelId="{EFFF7EF5-6218-4FAE-93E6-FAC898DD9585}" type="pres">
      <dgm:prSet presAssocID="{50DA5340-7FA8-42F3-A862-B27B7BABFE4A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CB2A68D-DAC0-4244-9896-BD622AB9471D}" type="pres">
      <dgm:prSet presAssocID="{50DA5340-7FA8-42F3-A862-B27B7BABFE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6611658-198A-4596-A419-7C59D4C9EA9A}" type="pres">
      <dgm:prSet presAssocID="{50DA5340-7FA8-42F3-A862-B27B7BABFE4A}" presName="spaceRect" presStyleCnt="0"/>
      <dgm:spPr/>
    </dgm:pt>
    <dgm:pt modelId="{6B3C41EB-E211-4B59-B6C8-A3C858EACB78}" type="pres">
      <dgm:prSet presAssocID="{50DA5340-7FA8-42F3-A862-B27B7BABFE4A}" presName="textRect" presStyleLbl="revTx" presStyleIdx="0" presStyleCnt="5">
        <dgm:presLayoutVars>
          <dgm:chMax val="1"/>
          <dgm:chPref val="1"/>
        </dgm:presLayoutVars>
      </dgm:prSet>
      <dgm:spPr/>
    </dgm:pt>
    <dgm:pt modelId="{9E776AEF-158C-4936-B517-290C44EF5608}" type="pres">
      <dgm:prSet presAssocID="{AC436DEC-E32A-4DBD-B36F-0F933ED9F3CA}" presName="sibTrans" presStyleCnt="0"/>
      <dgm:spPr/>
    </dgm:pt>
    <dgm:pt modelId="{E3CAFD49-5B8D-41C9-97B6-58C1D542ED63}" type="pres">
      <dgm:prSet presAssocID="{8447E9B5-3354-4E51-A292-27027EA0AB40}" presName="compNode" presStyleCnt="0"/>
      <dgm:spPr/>
    </dgm:pt>
    <dgm:pt modelId="{715E8BE6-DED0-4810-BE3B-E9547125F514}" type="pres">
      <dgm:prSet presAssocID="{8447E9B5-3354-4E51-A292-27027EA0AB40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9B65B8D-31F3-451D-8789-5F3F9CB1F6B2}" type="pres">
      <dgm:prSet presAssocID="{8447E9B5-3354-4E51-A292-27027EA0AB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5F0D548-43D7-41C0-957F-12925C02D875}" type="pres">
      <dgm:prSet presAssocID="{8447E9B5-3354-4E51-A292-27027EA0AB40}" presName="spaceRect" presStyleCnt="0"/>
      <dgm:spPr/>
    </dgm:pt>
    <dgm:pt modelId="{F710A713-CF32-4951-BD16-1852EF7AC929}" type="pres">
      <dgm:prSet presAssocID="{8447E9B5-3354-4E51-A292-27027EA0AB40}" presName="textRect" presStyleLbl="revTx" presStyleIdx="1" presStyleCnt="5">
        <dgm:presLayoutVars>
          <dgm:chMax val="1"/>
          <dgm:chPref val="1"/>
        </dgm:presLayoutVars>
      </dgm:prSet>
      <dgm:spPr/>
    </dgm:pt>
    <dgm:pt modelId="{6E573797-E05E-4C45-AD30-C715FB4FDFFA}" type="pres">
      <dgm:prSet presAssocID="{ED00044B-8868-46A0-AF77-B6ED2ABB6AA5}" presName="sibTrans" presStyleCnt="0"/>
      <dgm:spPr/>
    </dgm:pt>
    <dgm:pt modelId="{8D630E5B-19EA-4C5B-878E-79F3FE45F2B7}" type="pres">
      <dgm:prSet presAssocID="{F5AB98B8-5DF6-406C-B0C1-F871802FC026}" presName="compNode" presStyleCnt="0"/>
      <dgm:spPr/>
    </dgm:pt>
    <dgm:pt modelId="{BAE939C6-6F84-4FD4-B830-4BCF7F67CEB9}" type="pres">
      <dgm:prSet presAssocID="{F5AB98B8-5DF6-406C-B0C1-F871802FC02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C6A9D5D-D172-4179-905C-ED4CD253B71A}" type="pres">
      <dgm:prSet presAssocID="{F5AB98B8-5DF6-406C-B0C1-F871802FC02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78855A6-CCD6-430E-A830-6887A82E5767}" type="pres">
      <dgm:prSet presAssocID="{F5AB98B8-5DF6-406C-B0C1-F871802FC026}" presName="spaceRect" presStyleCnt="0"/>
      <dgm:spPr/>
    </dgm:pt>
    <dgm:pt modelId="{29657487-17A8-4650-AA11-CA28361ABDBB}" type="pres">
      <dgm:prSet presAssocID="{F5AB98B8-5DF6-406C-B0C1-F871802FC026}" presName="textRect" presStyleLbl="revTx" presStyleIdx="2" presStyleCnt="5">
        <dgm:presLayoutVars>
          <dgm:chMax val="1"/>
          <dgm:chPref val="1"/>
        </dgm:presLayoutVars>
      </dgm:prSet>
      <dgm:spPr/>
    </dgm:pt>
    <dgm:pt modelId="{F9F2F1ED-1A21-479F-9620-10BD679EBA9E}" type="pres">
      <dgm:prSet presAssocID="{4BC75527-601C-4743-B668-FE0CB7095C23}" presName="sibTrans" presStyleCnt="0"/>
      <dgm:spPr/>
    </dgm:pt>
    <dgm:pt modelId="{9DD79FC0-DC47-4E27-9F52-2D9FD6A7FDAA}" type="pres">
      <dgm:prSet presAssocID="{79C55172-DA15-4432-A773-C1799753DC30}" presName="compNode" presStyleCnt="0"/>
      <dgm:spPr/>
    </dgm:pt>
    <dgm:pt modelId="{FA9A16E5-43B3-404A-A842-DB6FD1C75215}" type="pres">
      <dgm:prSet presAssocID="{79C55172-DA15-4432-A773-C1799753DC3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F5C7987-E231-4F65-8425-F58919D92635}" type="pres">
      <dgm:prSet presAssocID="{79C55172-DA15-4432-A773-C1799753DC3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F00C8E80-E6B3-4127-A899-CAEF7FF9BE0F}" type="pres">
      <dgm:prSet presAssocID="{79C55172-DA15-4432-A773-C1799753DC30}" presName="spaceRect" presStyleCnt="0"/>
      <dgm:spPr/>
    </dgm:pt>
    <dgm:pt modelId="{540E6A5A-933E-40D6-A400-444E58DFC3B5}" type="pres">
      <dgm:prSet presAssocID="{79C55172-DA15-4432-A773-C1799753DC30}" presName="textRect" presStyleLbl="revTx" presStyleIdx="3" presStyleCnt="5">
        <dgm:presLayoutVars>
          <dgm:chMax val="1"/>
          <dgm:chPref val="1"/>
        </dgm:presLayoutVars>
      </dgm:prSet>
      <dgm:spPr/>
    </dgm:pt>
    <dgm:pt modelId="{E5E5BD51-4ADE-44A2-8E25-55FBB26A55E4}" type="pres">
      <dgm:prSet presAssocID="{7EC54ADD-4EDB-4ED9-A908-FD6716AAE9CA}" presName="sibTrans" presStyleCnt="0"/>
      <dgm:spPr/>
    </dgm:pt>
    <dgm:pt modelId="{81489FD1-420C-4DE7-B1E0-D9487668874B}" type="pres">
      <dgm:prSet presAssocID="{39F7E444-56AB-4EFD-9BC1-B1170344A07E}" presName="compNode" presStyleCnt="0"/>
      <dgm:spPr/>
    </dgm:pt>
    <dgm:pt modelId="{EF8FF327-C37E-4335-A456-4BF39E6E9CD7}" type="pres">
      <dgm:prSet presAssocID="{39F7E444-56AB-4EFD-9BC1-B1170344A07E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144EF1E-74CA-4C83-97D3-E6826F5D36D1}" type="pres">
      <dgm:prSet presAssocID="{39F7E444-56AB-4EFD-9BC1-B1170344A0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ni"/>
        </a:ext>
      </dgm:extLst>
    </dgm:pt>
    <dgm:pt modelId="{32DA24F5-8C2B-4126-80A3-58B14C8F3247}" type="pres">
      <dgm:prSet presAssocID="{39F7E444-56AB-4EFD-9BC1-B1170344A07E}" presName="spaceRect" presStyleCnt="0"/>
      <dgm:spPr/>
    </dgm:pt>
    <dgm:pt modelId="{A475E832-2B95-4382-BE62-2F03C4D27B56}" type="pres">
      <dgm:prSet presAssocID="{39F7E444-56AB-4EFD-9BC1-B1170344A0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C9AAB2C-4DA3-4DEB-8BBE-C050DEF2F2A6}" type="presOf" srcId="{39F7E444-56AB-4EFD-9BC1-B1170344A07E}" destId="{A475E832-2B95-4382-BE62-2F03C4D27B56}" srcOrd="0" destOrd="0" presId="urn:microsoft.com/office/officeart/2018/5/layout/IconLeafLabelList"/>
    <dgm:cxn modelId="{3086327F-6569-4F21-94C5-D7BA9668AE77}" type="presOf" srcId="{8447E9B5-3354-4E51-A292-27027EA0AB40}" destId="{F710A713-CF32-4951-BD16-1852EF7AC929}" srcOrd="0" destOrd="0" presId="urn:microsoft.com/office/officeart/2018/5/layout/IconLeafLabelList"/>
    <dgm:cxn modelId="{FD078A83-4D88-4D7C-A038-E22DBA21DC0B}" type="presOf" srcId="{79C55172-DA15-4432-A773-C1799753DC30}" destId="{540E6A5A-933E-40D6-A400-444E58DFC3B5}" srcOrd="0" destOrd="0" presId="urn:microsoft.com/office/officeart/2018/5/layout/IconLeafLabelList"/>
    <dgm:cxn modelId="{4D7BF187-D616-4B24-95A0-FBDD49D295B5}" srcId="{BC277558-6F57-41CB-8D8E-F2146BED937D}" destId="{79C55172-DA15-4432-A773-C1799753DC30}" srcOrd="3" destOrd="0" parTransId="{754FD0A4-95DA-4E47-B19F-AE61301478AB}" sibTransId="{7EC54ADD-4EDB-4ED9-A908-FD6716AAE9CA}"/>
    <dgm:cxn modelId="{C80D428F-3F7D-4287-A197-A112CD5F7EA4}" srcId="{BC277558-6F57-41CB-8D8E-F2146BED937D}" destId="{8447E9B5-3354-4E51-A292-27027EA0AB40}" srcOrd="1" destOrd="0" parTransId="{FFE6E68F-A945-4BFE-966D-D3781E801840}" sibTransId="{ED00044B-8868-46A0-AF77-B6ED2ABB6AA5}"/>
    <dgm:cxn modelId="{51E52295-6B00-4F82-BEF2-79BAE41E5612}" srcId="{BC277558-6F57-41CB-8D8E-F2146BED937D}" destId="{39F7E444-56AB-4EFD-9BC1-B1170344A07E}" srcOrd="4" destOrd="0" parTransId="{13D0F74E-DE2D-4939-8713-53D6D92DDB0F}" sibTransId="{012D1B24-8AD4-44DC-9294-21D1AACF386B}"/>
    <dgm:cxn modelId="{A21BFD96-73A1-4F2E-B057-15256A91CCB0}" type="presOf" srcId="{50DA5340-7FA8-42F3-A862-B27B7BABFE4A}" destId="{6B3C41EB-E211-4B59-B6C8-A3C858EACB78}" srcOrd="0" destOrd="0" presId="urn:microsoft.com/office/officeart/2018/5/layout/IconLeafLabelList"/>
    <dgm:cxn modelId="{0A67AFC8-2BA5-425D-ABA4-E75D8A90EAB8}" srcId="{BC277558-6F57-41CB-8D8E-F2146BED937D}" destId="{50DA5340-7FA8-42F3-A862-B27B7BABFE4A}" srcOrd="0" destOrd="0" parTransId="{00986C6F-73A3-4C24-8151-1C81A10DD99E}" sibTransId="{AC436DEC-E32A-4DBD-B36F-0F933ED9F3CA}"/>
    <dgm:cxn modelId="{E48641D5-D99E-4A13-BC86-0FD391DFA52D}" type="presOf" srcId="{BC277558-6F57-41CB-8D8E-F2146BED937D}" destId="{28886F5F-6614-401F-8ED9-D5DF45F26768}" srcOrd="0" destOrd="0" presId="urn:microsoft.com/office/officeart/2018/5/layout/IconLeafLabelList"/>
    <dgm:cxn modelId="{201C73DD-D3C6-473E-BA59-0026751FAE64}" srcId="{BC277558-6F57-41CB-8D8E-F2146BED937D}" destId="{F5AB98B8-5DF6-406C-B0C1-F871802FC026}" srcOrd="2" destOrd="0" parTransId="{8B7F5802-F90B-43E9-A73B-790EA9B8EF7E}" sibTransId="{4BC75527-601C-4743-B668-FE0CB7095C23}"/>
    <dgm:cxn modelId="{D9F732E5-AD22-4189-AF65-04CC7FA03A47}" type="presOf" srcId="{F5AB98B8-5DF6-406C-B0C1-F871802FC026}" destId="{29657487-17A8-4650-AA11-CA28361ABDBB}" srcOrd="0" destOrd="0" presId="urn:microsoft.com/office/officeart/2018/5/layout/IconLeafLabelList"/>
    <dgm:cxn modelId="{EECD11F7-68E4-4376-9EEC-4EF444CED606}" type="presParOf" srcId="{28886F5F-6614-401F-8ED9-D5DF45F26768}" destId="{B1F8EC3C-AAB2-4C3B-AB77-EF5FA78A49CC}" srcOrd="0" destOrd="0" presId="urn:microsoft.com/office/officeart/2018/5/layout/IconLeafLabelList"/>
    <dgm:cxn modelId="{3C5465D1-95C0-4938-AE61-22AA30684750}" type="presParOf" srcId="{B1F8EC3C-AAB2-4C3B-AB77-EF5FA78A49CC}" destId="{EFFF7EF5-6218-4FAE-93E6-FAC898DD9585}" srcOrd="0" destOrd="0" presId="urn:microsoft.com/office/officeart/2018/5/layout/IconLeafLabelList"/>
    <dgm:cxn modelId="{59A0B4DE-D6E3-49D3-9FB1-87B62121DAAC}" type="presParOf" srcId="{B1F8EC3C-AAB2-4C3B-AB77-EF5FA78A49CC}" destId="{7CB2A68D-DAC0-4244-9896-BD622AB9471D}" srcOrd="1" destOrd="0" presId="urn:microsoft.com/office/officeart/2018/5/layout/IconLeafLabelList"/>
    <dgm:cxn modelId="{98FC1285-C86D-4D25-934C-9B67059D97ED}" type="presParOf" srcId="{B1F8EC3C-AAB2-4C3B-AB77-EF5FA78A49CC}" destId="{76611658-198A-4596-A419-7C59D4C9EA9A}" srcOrd="2" destOrd="0" presId="urn:microsoft.com/office/officeart/2018/5/layout/IconLeafLabelList"/>
    <dgm:cxn modelId="{0C126DB3-A6F4-4EC7-8C76-FABD8A74CE10}" type="presParOf" srcId="{B1F8EC3C-AAB2-4C3B-AB77-EF5FA78A49CC}" destId="{6B3C41EB-E211-4B59-B6C8-A3C858EACB78}" srcOrd="3" destOrd="0" presId="urn:microsoft.com/office/officeart/2018/5/layout/IconLeafLabelList"/>
    <dgm:cxn modelId="{404D9375-6932-4F7A-A523-15657BB747E3}" type="presParOf" srcId="{28886F5F-6614-401F-8ED9-D5DF45F26768}" destId="{9E776AEF-158C-4936-B517-290C44EF5608}" srcOrd="1" destOrd="0" presId="urn:microsoft.com/office/officeart/2018/5/layout/IconLeafLabelList"/>
    <dgm:cxn modelId="{2CDA68D1-026C-4DC4-AB55-8FB9DB72A813}" type="presParOf" srcId="{28886F5F-6614-401F-8ED9-D5DF45F26768}" destId="{E3CAFD49-5B8D-41C9-97B6-58C1D542ED63}" srcOrd="2" destOrd="0" presId="urn:microsoft.com/office/officeart/2018/5/layout/IconLeafLabelList"/>
    <dgm:cxn modelId="{BA86D2C5-587B-4327-8065-F38D50A43EFA}" type="presParOf" srcId="{E3CAFD49-5B8D-41C9-97B6-58C1D542ED63}" destId="{715E8BE6-DED0-4810-BE3B-E9547125F514}" srcOrd="0" destOrd="0" presId="urn:microsoft.com/office/officeart/2018/5/layout/IconLeafLabelList"/>
    <dgm:cxn modelId="{A42608F5-5B10-47A5-B938-1494D45A4A38}" type="presParOf" srcId="{E3CAFD49-5B8D-41C9-97B6-58C1D542ED63}" destId="{69B65B8D-31F3-451D-8789-5F3F9CB1F6B2}" srcOrd="1" destOrd="0" presId="urn:microsoft.com/office/officeart/2018/5/layout/IconLeafLabelList"/>
    <dgm:cxn modelId="{E4688065-83F1-482C-B6A8-94C6F5C8714C}" type="presParOf" srcId="{E3CAFD49-5B8D-41C9-97B6-58C1D542ED63}" destId="{85F0D548-43D7-41C0-957F-12925C02D875}" srcOrd="2" destOrd="0" presId="urn:microsoft.com/office/officeart/2018/5/layout/IconLeafLabelList"/>
    <dgm:cxn modelId="{026E4296-3D4D-439A-8B22-1962A369DE35}" type="presParOf" srcId="{E3CAFD49-5B8D-41C9-97B6-58C1D542ED63}" destId="{F710A713-CF32-4951-BD16-1852EF7AC929}" srcOrd="3" destOrd="0" presId="urn:microsoft.com/office/officeart/2018/5/layout/IconLeafLabelList"/>
    <dgm:cxn modelId="{C1696D73-9D62-4A91-944E-15A99F35A722}" type="presParOf" srcId="{28886F5F-6614-401F-8ED9-D5DF45F26768}" destId="{6E573797-E05E-4C45-AD30-C715FB4FDFFA}" srcOrd="3" destOrd="0" presId="urn:microsoft.com/office/officeart/2018/5/layout/IconLeafLabelList"/>
    <dgm:cxn modelId="{CF6D6A7B-A611-4387-B666-0C669A1B5257}" type="presParOf" srcId="{28886F5F-6614-401F-8ED9-D5DF45F26768}" destId="{8D630E5B-19EA-4C5B-878E-79F3FE45F2B7}" srcOrd="4" destOrd="0" presId="urn:microsoft.com/office/officeart/2018/5/layout/IconLeafLabelList"/>
    <dgm:cxn modelId="{FDB3BA79-1E7C-43D3-B430-D4830F41AB19}" type="presParOf" srcId="{8D630E5B-19EA-4C5B-878E-79F3FE45F2B7}" destId="{BAE939C6-6F84-4FD4-B830-4BCF7F67CEB9}" srcOrd="0" destOrd="0" presId="urn:microsoft.com/office/officeart/2018/5/layout/IconLeafLabelList"/>
    <dgm:cxn modelId="{1D7F6792-A62C-45CB-8FF8-E294538624E1}" type="presParOf" srcId="{8D630E5B-19EA-4C5B-878E-79F3FE45F2B7}" destId="{8C6A9D5D-D172-4179-905C-ED4CD253B71A}" srcOrd="1" destOrd="0" presId="urn:microsoft.com/office/officeart/2018/5/layout/IconLeafLabelList"/>
    <dgm:cxn modelId="{3E66E94A-6F81-4055-B671-C1E6E551DDF7}" type="presParOf" srcId="{8D630E5B-19EA-4C5B-878E-79F3FE45F2B7}" destId="{B78855A6-CCD6-430E-A830-6887A82E5767}" srcOrd="2" destOrd="0" presId="urn:microsoft.com/office/officeart/2018/5/layout/IconLeafLabelList"/>
    <dgm:cxn modelId="{D801FE49-F827-4B23-B55F-33AD5463F08E}" type="presParOf" srcId="{8D630E5B-19EA-4C5B-878E-79F3FE45F2B7}" destId="{29657487-17A8-4650-AA11-CA28361ABDBB}" srcOrd="3" destOrd="0" presId="urn:microsoft.com/office/officeart/2018/5/layout/IconLeafLabelList"/>
    <dgm:cxn modelId="{D8F5BBFA-8FB4-4EA7-8CB9-0676DA08B58F}" type="presParOf" srcId="{28886F5F-6614-401F-8ED9-D5DF45F26768}" destId="{F9F2F1ED-1A21-479F-9620-10BD679EBA9E}" srcOrd="5" destOrd="0" presId="urn:microsoft.com/office/officeart/2018/5/layout/IconLeafLabelList"/>
    <dgm:cxn modelId="{6F6E34C0-499C-4C11-AA60-9929982DF662}" type="presParOf" srcId="{28886F5F-6614-401F-8ED9-D5DF45F26768}" destId="{9DD79FC0-DC47-4E27-9F52-2D9FD6A7FDAA}" srcOrd="6" destOrd="0" presId="urn:microsoft.com/office/officeart/2018/5/layout/IconLeafLabelList"/>
    <dgm:cxn modelId="{57B5F149-259A-4CF0-AFAF-A072FB37D3C0}" type="presParOf" srcId="{9DD79FC0-DC47-4E27-9F52-2D9FD6A7FDAA}" destId="{FA9A16E5-43B3-404A-A842-DB6FD1C75215}" srcOrd="0" destOrd="0" presId="urn:microsoft.com/office/officeart/2018/5/layout/IconLeafLabelList"/>
    <dgm:cxn modelId="{72446C1F-AA2C-41AE-A329-06BE744FEEFC}" type="presParOf" srcId="{9DD79FC0-DC47-4E27-9F52-2D9FD6A7FDAA}" destId="{AF5C7987-E231-4F65-8425-F58919D92635}" srcOrd="1" destOrd="0" presId="urn:microsoft.com/office/officeart/2018/5/layout/IconLeafLabelList"/>
    <dgm:cxn modelId="{3BE58BB9-8BF7-4DAF-8FB8-72009FE985A1}" type="presParOf" srcId="{9DD79FC0-DC47-4E27-9F52-2D9FD6A7FDAA}" destId="{F00C8E80-E6B3-4127-A899-CAEF7FF9BE0F}" srcOrd="2" destOrd="0" presId="urn:microsoft.com/office/officeart/2018/5/layout/IconLeafLabelList"/>
    <dgm:cxn modelId="{CEC2E912-9C3D-402D-87E3-7DAE42DB86E9}" type="presParOf" srcId="{9DD79FC0-DC47-4E27-9F52-2D9FD6A7FDAA}" destId="{540E6A5A-933E-40D6-A400-444E58DFC3B5}" srcOrd="3" destOrd="0" presId="urn:microsoft.com/office/officeart/2018/5/layout/IconLeafLabelList"/>
    <dgm:cxn modelId="{5216DC52-ABFF-443F-AF88-85CF1892B29F}" type="presParOf" srcId="{28886F5F-6614-401F-8ED9-D5DF45F26768}" destId="{E5E5BD51-4ADE-44A2-8E25-55FBB26A55E4}" srcOrd="7" destOrd="0" presId="urn:microsoft.com/office/officeart/2018/5/layout/IconLeafLabelList"/>
    <dgm:cxn modelId="{40882D41-2D00-48BA-B0CF-3E879123E63D}" type="presParOf" srcId="{28886F5F-6614-401F-8ED9-D5DF45F26768}" destId="{81489FD1-420C-4DE7-B1E0-D9487668874B}" srcOrd="8" destOrd="0" presId="urn:microsoft.com/office/officeart/2018/5/layout/IconLeafLabelList"/>
    <dgm:cxn modelId="{78734A72-EE28-455F-9459-F18B4C679384}" type="presParOf" srcId="{81489FD1-420C-4DE7-B1E0-D9487668874B}" destId="{EF8FF327-C37E-4335-A456-4BF39E6E9CD7}" srcOrd="0" destOrd="0" presId="urn:microsoft.com/office/officeart/2018/5/layout/IconLeafLabelList"/>
    <dgm:cxn modelId="{BB73FF8D-206F-43CC-BD18-556DE0370191}" type="presParOf" srcId="{81489FD1-420C-4DE7-B1E0-D9487668874B}" destId="{4144EF1E-74CA-4C83-97D3-E6826F5D36D1}" srcOrd="1" destOrd="0" presId="urn:microsoft.com/office/officeart/2018/5/layout/IconLeafLabelList"/>
    <dgm:cxn modelId="{FDA2D2B7-53A9-4ADB-8B27-9F3946F9254A}" type="presParOf" srcId="{81489FD1-420C-4DE7-B1E0-D9487668874B}" destId="{32DA24F5-8C2B-4126-80A3-58B14C8F3247}" srcOrd="2" destOrd="0" presId="urn:microsoft.com/office/officeart/2018/5/layout/IconLeafLabelList"/>
    <dgm:cxn modelId="{4843BFEE-313D-4F3D-91F7-B0C15591FA71}" type="presParOf" srcId="{81489FD1-420C-4DE7-B1E0-D9487668874B}" destId="{A475E832-2B95-4382-BE62-2F03C4D27B5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B8A5F8-FF78-4846-82AB-B335AE0B75E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353FC0-6C5D-4EAA-85FE-FDB93AA6DB12}">
      <dgm:prSet/>
      <dgm:spPr/>
      <dgm:t>
        <a:bodyPr/>
        <a:lstStyle/>
        <a:p>
          <a:r>
            <a:rPr lang="en-US"/>
            <a:t>- Bubble Sort</a:t>
          </a:r>
        </a:p>
      </dgm:t>
    </dgm:pt>
    <dgm:pt modelId="{F655DCF4-11AE-4984-A064-54418071C604}" type="parTrans" cxnId="{996393AD-1CBE-4CBA-AFFF-476E8C6AC42C}">
      <dgm:prSet/>
      <dgm:spPr/>
      <dgm:t>
        <a:bodyPr/>
        <a:lstStyle/>
        <a:p>
          <a:endParaRPr lang="en-US"/>
        </a:p>
      </dgm:t>
    </dgm:pt>
    <dgm:pt modelId="{957EC7EB-5C21-4F4A-ABF9-0E00AF661A78}" type="sibTrans" cxnId="{996393AD-1CBE-4CBA-AFFF-476E8C6AC42C}">
      <dgm:prSet/>
      <dgm:spPr/>
      <dgm:t>
        <a:bodyPr/>
        <a:lstStyle/>
        <a:p>
          <a:endParaRPr lang="en-US"/>
        </a:p>
      </dgm:t>
    </dgm:pt>
    <dgm:pt modelId="{8E9FC11A-7784-4FCE-B99F-AE8919FC6FF3}">
      <dgm:prSet/>
      <dgm:spPr/>
      <dgm:t>
        <a:bodyPr/>
        <a:lstStyle/>
        <a:p>
          <a:r>
            <a:rPr lang="en-US"/>
            <a:t>- Selection Sort</a:t>
          </a:r>
        </a:p>
      </dgm:t>
    </dgm:pt>
    <dgm:pt modelId="{43C7ED21-D384-4916-8B3E-B015C1AFECB7}" type="parTrans" cxnId="{04FCB899-7EBA-4BB9-9586-F68FADC44901}">
      <dgm:prSet/>
      <dgm:spPr/>
      <dgm:t>
        <a:bodyPr/>
        <a:lstStyle/>
        <a:p>
          <a:endParaRPr lang="en-US"/>
        </a:p>
      </dgm:t>
    </dgm:pt>
    <dgm:pt modelId="{658FD5F3-B8B4-4486-A7CB-757A9610A9EB}" type="sibTrans" cxnId="{04FCB899-7EBA-4BB9-9586-F68FADC44901}">
      <dgm:prSet/>
      <dgm:spPr/>
      <dgm:t>
        <a:bodyPr/>
        <a:lstStyle/>
        <a:p>
          <a:endParaRPr lang="en-US"/>
        </a:p>
      </dgm:t>
    </dgm:pt>
    <dgm:pt modelId="{ACA4659F-12A0-4043-80E3-AF86738C72BE}">
      <dgm:prSet/>
      <dgm:spPr/>
      <dgm:t>
        <a:bodyPr/>
        <a:lstStyle/>
        <a:p>
          <a:r>
            <a:rPr lang="en-US"/>
            <a:t>- Insertion Sort</a:t>
          </a:r>
        </a:p>
      </dgm:t>
    </dgm:pt>
    <dgm:pt modelId="{DF6B8B3F-8771-444C-9741-DD9A2FB94F40}" type="parTrans" cxnId="{B027573A-9773-4B5A-8A02-9AEB3187D778}">
      <dgm:prSet/>
      <dgm:spPr/>
      <dgm:t>
        <a:bodyPr/>
        <a:lstStyle/>
        <a:p>
          <a:endParaRPr lang="en-US"/>
        </a:p>
      </dgm:t>
    </dgm:pt>
    <dgm:pt modelId="{C607025A-E34D-487A-9DF0-BF426CF74EEA}" type="sibTrans" cxnId="{B027573A-9773-4B5A-8A02-9AEB3187D778}">
      <dgm:prSet/>
      <dgm:spPr/>
      <dgm:t>
        <a:bodyPr/>
        <a:lstStyle/>
        <a:p>
          <a:endParaRPr lang="en-US"/>
        </a:p>
      </dgm:t>
    </dgm:pt>
    <dgm:pt modelId="{BCBC1CAF-5316-40C7-A46A-BE756CC7E612}">
      <dgm:prSet/>
      <dgm:spPr/>
      <dgm:t>
        <a:bodyPr/>
        <a:lstStyle/>
        <a:p>
          <a:r>
            <a:rPr lang="en-US"/>
            <a:t>- Merge Sort</a:t>
          </a:r>
        </a:p>
      </dgm:t>
    </dgm:pt>
    <dgm:pt modelId="{CCD2E726-40EF-4649-AF27-FB6B1C1F3CB7}" type="parTrans" cxnId="{141A6861-A3DD-4496-8809-8A8C820534CE}">
      <dgm:prSet/>
      <dgm:spPr/>
      <dgm:t>
        <a:bodyPr/>
        <a:lstStyle/>
        <a:p>
          <a:endParaRPr lang="en-US"/>
        </a:p>
      </dgm:t>
    </dgm:pt>
    <dgm:pt modelId="{33D9D770-754F-4C9D-9EA0-F720B45C5D0F}" type="sibTrans" cxnId="{141A6861-A3DD-4496-8809-8A8C820534CE}">
      <dgm:prSet/>
      <dgm:spPr/>
      <dgm:t>
        <a:bodyPr/>
        <a:lstStyle/>
        <a:p>
          <a:endParaRPr lang="en-US"/>
        </a:p>
      </dgm:t>
    </dgm:pt>
    <dgm:pt modelId="{54AC5FE1-9177-424B-AF6D-24298E2E208C}">
      <dgm:prSet/>
      <dgm:spPr/>
      <dgm:t>
        <a:bodyPr/>
        <a:lstStyle/>
        <a:p>
          <a:r>
            <a:rPr lang="en-US"/>
            <a:t>- Quick Sort</a:t>
          </a:r>
        </a:p>
      </dgm:t>
    </dgm:pt>
    <dgm:pt modelId="{16368105-07A8-4942-A4F0-FFB2A778282F}" type="parTrans" cxnId="{5113E9B1-9449-4906-8032-959B6A0EFD05}">
      <dgm:prSet/>
      <dgm:spPr/>
      <dgm:t>
        <a:bodyPr/>
        <a:lstStyle/>
        <a:p>
          <a:endParaRPr lang="en-US"/>
        </a:p>
      </dgm:t>
    </dgm:pt>
    <dgm:pt modelId="{A2FAAAA5-59CA-4450-B754-9DD664762763}" type="sibTrans" cxnId="{5113E9B1-9449-4906-8032-959B6A0EFD05}">
      <dgm:prSet/>
      <dgm:spPr/>
      <dgm:t>
        <a:bodyPr/>
        <a:lstStyle/>
        <a:p>
          <a:endParaRPr lang="en-US"/>
        </a:p>
      </dgm:t>
    </dgm:pt>
    <dgm:pt modelId="{FC7E5DA1-AFFB-4F40-9849-BB2EA3608744}">
      <dgm:prSet/>
      <dgm:spPr/>
      <dgm:t>
        <a:bodyPr/>
        <a:lstStyle/>
        <a:p>
          <a:r>
            <a:rPr lang="en-US"/>
            <a:t>- Heap Sort</a:t>
          </a:r>
        </a:p>
      </dgm:t>
    </dgm:pt>
    <dgm:pt modelId="{CE5BDC02-E607-470C-A75A-249AEAA99E14}" type="parTrans" cxnId="{DD8779B8-DFDA-4F57-A513-B1CA88C2F5F5}">
      <dgm:prSet/>
      <dgm:spPr/>
      <dgm:t>
        <a:bodyPr/>
        <a:lstStyle/>
        <a:p>
          <a:endParaRPr lang="en-US"/>
        </a:p>
      </dgm:t>
    </dgm:pt>
    <dgm:pt modelId="{A80FD5A8-1EEA-4818-8D72-B9755327538C}" type="sibTrans" cxnId="{DD8779B8-DFDA-4F57-A513-B1CA88C2F5F5}">
      <dgm:prSet/>
      <dgm:spPr/>
      <dgm:t>
        <a:bodyPr/>
        <a:lstStyle/>
        <a:p>
          <a:endParaRPr lang="en-US"/>
        </a:p>
      </dgm:t>
    </dgm:pt>
    <dgm:pt modelId="{54C8CE96-EFD3-4989-A9CA-33AE18F99D61}" type="pres">
      <dgm:prSet presAssocID="{88B8A5F8-FF78-4846-82AB-B335AE0B75ED}" presName="linear" presStyleCnt="0">
        <dgm:presLayoutVars>
          <dgm:animLvl val="lvl"/>
          <dgm:resizeHandles val="exact"/>
        </dgm:presLayoutVars>
      </dgm:prSet>
      <dgm:spPr/>
    </dgm:pt>
    <dgm:pt modelId="{8D93B5BB-A9BA-4883-8D8C-3678043A3617}" type="pres">
      <dgm:prSet presAssocID="{F8353FC0-6C5D-4EAA-85FE-FDB93AA6DB1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08359AA-DD57-4FE2-A00A-F79E7A4E14DC}" type="pres">
      <dgm:prSet presAssocID="{957EC7EB-5C21-4F4A-ABF9-0E00AF661A78}" presName="spacer" presStyleCnt="0"/>
      <dgm:spPr/>
    </dgm:pt>
    <dgm:pt modelId="{1CE1B7A2-EC8D-4930-8B0F-CAA90EF81624}" type="pres">
      <dgm:prSet presAssocID="{8E9FC11A-7784-4FCE-B99F-AE8919FC6FF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67D5A2C-CB29-413E-BFF9-99C042482FFC}" type="pres">
      <dgm:prSet presAssocID="{658FD5F3-B8B4-4486-A7CB-757A9610A9EB}" presName="spacer" presStyleCnt="0"/>
      <dgm:spPr/>
    </dgm:pt>
    <dgm:pt modelId="{9E079898-6984-4A73-A9F1-301B15562F58}" type="pres">
      <dgm:prSet presAssocID="{ACA4659F-12A0-4043-80E3-AF86738C72B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C4066F-30F4-42E7-9856-BCF0FD9D9723}" type="pres">
      <dgm:prSet presAssocID="{C607025A-E34D-487A-9DF0-BF426CF74EEA}" presName="spacer" presStyleCnt="0"/>
      <dgm:spPr/>
    </dgm:pt>
    <dgm:pt modelId="{1F59406E-E6F1-49C6-8F1F-3B56BD2D2CF0}" type="pres">
      <dgm:prSet presAssocID="{BCBC1CAF-5316-40C7-A46A-BE756CC7E61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BF07675-6123-4490-A6E5-D627BD6E6FE7}" type="pres">
      <dgm:prSet presAssocID="{33D9D770-754F-4C9D-9EA0-F720B45C5D0F}" presName="spacer" presStyleCnt="0"/>
      <dgm:spPr/>
    </dgm:pt>
    <dgm:pt modelId="{5A0202EC-75A4-46A9-ADBA-2F090C885608}" type="pres">
      <dgm:prSet presAssocID="{54AC5FE1-9177-424B-AF6D-24298E2E208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3745366-AB7E-43F1-A51A-7FEB0E598AF5}" type="pres">
      <dgm:prSet presAssocID="{A2FAAAA5-59CA-4450-B754-9DD664762763}" presName="spacer" presStyleCnt="0"/>
      <dgm:spPr/>
    </dgm:pt>
    <dgm:pt modelId="{D28F9AA7-2E05-4B3A-BC19-D62F104D3887}" type="pres">
      <dgm:prSet presAssocID="{FC7E5DA1-AFFB-4F40-9849-BB2EA360874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789D118-7239-4034-B8B9-32495B3DDBB3}" type="presOf" srcId="{ACA4659F-12A0-4043-80E3-AF86738C72BE}" destId="{9E079898-6984-4A73-A9F1-301B15562F58}" srcOrd="0" destOrd="0" presId="urn:microsoft.com/office/officeart/2005/8/layout/vList2"/>
    <dgm:cxn modelId="{B027573A-9773-4B5A-8A02-9AEB3187D778}" srcId="{88B8A5F8-FF78-4846-82AB-B335AE0B75ED}" destId="{ACA4659F-12A0-4043-80E3-AF86738C72BE}" srcOrd="2" destOrd="0" parTransId="{DF6B8B3F-8771-444C-9741-DD9A2FB94F40}" sibTransId="{C607025A-E34D-487A-9DF0-BF426CF74EEA}"/>
    <dgm:cxn modelId="{141A6861-A3DD-4496-8809-8A8C820534CE}" srcId="{88B8A5F8-FF78-4846-82AB-B335AE0B75ED}" destId="{BCBC1CAF-5316-40C7-A46A-BE756CC7E612}" srcOrd="3" destOrd="0" parTransId="{CCD2E726-40EF-4649-AF27-FB6B1C1F3CB7}" sibTransId="{33D9D770-754F-4C9D-9EA0-F720B45C5D0F}"/>
    <dgm:cxn modelId="{4386BB8B-EDC5-431B-B787-3B6574B37904}" type="presOf" srcId="{FC7E5DA1-AFFB-4F40-9849-BB2EA3608744}" destId="{D28F9AA7-2E05-4B3A-BC19-D62F104D3887}" srcOrd="0" destOrd="0" presId="urn:microsoft.com/office/officeart/2005/8/layout/vList2"/>
    <dgm:cxn modelId="{8D259F98-D0BD-4280-9D48-10E907BE6F74}" type="presOf" srcId="{8E9FC11A-7784-4FCE-B99F-AE8919FC6FF3}" destId="{1CE1B7A2-EC8D-4930-8B0F-CAA90EF81624}" srcOrd="0" destOrd="0" presId="urn:microsoft.com/office/officeart/2005/8/layout/vList2"/>
    <dgm:cxn modelId="{04FCB899-7EBA-4BB9-9586-F68FADC44901}" srcId="{88B8A5F8-FF78-4846-82AB-B335AE0B75ED}" destId="{8E9FC11A-7784-4FCE-B99F-AE8919FC6FF3}" srcOrd="1" destOrd="0" parTransId="{43C7ED21-D384-4916-8B3E-B015C1AFECB7}" sibTransId="{658FD5F3-B8B4-4486-A7CB-757A9610A9EB}"/>
    <dgm:cxn modelId="{D700FAA6-4860-4FFA-B8D1-4A571134699B}" type="presOf" srcId="{BCBC1CAF-5316-40C7-A46A-BE756CC7E612}" destId="{1F59406E-E6F1-49C6-8F1F-3B56BD2D2CF0}" srcOrd="0" destOrd="0" presId="urn:microsoft.com/office/officeart/2005/8/layout/vList2"/>
    <dgm:cxn modelId="{996393AD-1CBE-4CBA-AFFF-476E8C6AC42C}" srcId="{88B8A5F8-FF78-4846-82AB-B335AE0B75ED}" destId="{F8353FC0-6C5D-4EAA-85FE-FDB93AA6DB12}" srcOrd="0" destOrd="0" parTransId="{F655DCF4-11AE-4984-A064-54418071C604}" sibTransId="{957EC7EB-5C21-4F4A-ABF9-0E00AF661A78}"/>
    <dgm:cxn modelId="{5113E9B1-9449-4906-8032-959B6A0EFD05}" srcId="{88B8A5F8-FF78-4846-82AB-B335AE0B75ED}" destId="{54AC5FE1-9177-424B-AF6D-24298E2E208C}" srcOrd="4" destOrd="0" parTransId="{16368105-07A8-4942-A4F0-FFB2A778282F}" sibTransId="{A2FAAAA5-59CA-4450-B754-9DD664762763}"/>
    <dgm:cxn modelId="{DD8779B8-DFDA-4F57-A513-B1CA88C2F5F5}" srcId="{88B8A5F8-FF78-4846-82AB-B335AE0B75ED}" destId="{FC7E5DA1-AFFB-4F40-9849-BB2EA3608744}" srcOrd="5" destOrd="0" parTransId="{CE5BDC02-E607-470C-A75A-249AEAA99E14}" sibTransId="{A80FD5A8-1EEA-4818-8D72-B9755327538C}"/>
    <dgm:cxn modelId="{62BE04C8-B2BB-45DE-88B5-EB4930A406F5}" type="presOf" srcId="{54AC5FE1-9177-424B-AF6D-24298E2E208C}" destId="{5A0202EC-75A4-46A9-ADBA-2F090C885608}" srcOrd="0" destOrd="0" presId="urn:microsoft.com/office/officeart/2005/8/layout/vList2"/>
    <dgm:cxn modelId="{410695E6-157D-4C66-B805-3D9F170CDE90}" type="presOf" srcId="{F8353FC0-6C5D-4EAA-85FE-FDB93AA6DB12}" destId="{8D93B5BB-A9BA-4883-8D8C-3678043A3617}" srcOrd="0" destOrd="0" presId="urn:microsoft.com/office/officeart/2005/8/layout/vList2"/>
    <dgm:cxn modelId="{A9C26FFC-7E48-47C0-9675-73C957908890}" type="presOf" srcId="{88B8A5F8-FF78-4846-82AB-B335AE0B75ED}" destId="{54C8CE96-EFD3-4989-A9CA-33AE18F99D61}" srcOrd="0" destOrd="0" presId="urn:microsoft.com/office/officeart/2005/8/layout/vList2"/>
    <dgm:cxn modelId="{BB391C0E-2042-4395-8FD8-63F9A78EF3A5}" type="presParOf" srcId="{54C8CE96-EFD3-4989-A9CA-33AE18F99D61}" destId="{8D93B5BB-A9BA-4883-8D8C-3678043A3617}" srcOrd="0" destOrd="0" presId="urn:microsoft.com/office/officeart/2005/8/layout/vList2"/>
    <dgm:cxn modelId="{34F9A4EF-B79F-4DAE-86D5-E64AFC3B4CFA}" type="presParOf" srcId="{54C8CE96-EFD3-4989-A9CA-33AE18F99D61}" destId="{608359AA-DD57-4FE2-A00A-F79E7A4E14DC}" srcOrd="1" destOrd="0" presId="urn:microsoft.com/office/officeart/2005/8/layout/vList2"/>
    <dgm:cxn modelId="{470279E6-393B-4706-A188-A333DA854638}" type="presParOf" srcId="{54C8CE96-EFD3-4989-A9CA-33AE18F99D61}" destId="{1CE1B7A2-EC8D-4930-8B0F-CAA90EF81624}" srcOrd="2" destOrd="0" presId="urn:microsoft.com/office/officeart/2005/8/layout/vList2"/>
    <dgm:cxn modelId="{D7994037-65AF-4BF1-BCD6-4CB86F990A36}" type="presParOf" srcId="{54C8CE96-EFD3-4989-A9CA-33AE18F99D61}" destId="{167D5A2C-CB29-413E-BFF9-99C042482FFC}" srcOrd="3" destOrd="0" presId="urn:microsoft.com/office/officeart/2005/8/layout/vList2"/>
    <dgm:cxn modelId="{74E63069-187A-4E10-A686-E1DCD20E9BAF}" type="presParOf" srcId="{54C8CE96-EFD3-4989-A9CA-33AE18F99D61}" destId="{9E079898-6984-4A73-A9F1-301B15562F58}" srcOrd="4" destOrd="0" presId="urn:microsoft.com/office/officeart/2005/8/layout/vList2"/>
    <dgm:cxn modelId="{2C048EB0-8DB4-48B9-925D-7233E650D915}" type="presParOf" srcId="{54C8CE96-EFD3-4989-A9CA-33AE18F99D61}" destId="{67C4066F-30F4-42E7-9856-BCF0FD9D9723}" srcOrd="5" destOrd="0" presId="urn:microsoft.com/office/officeart/2005/8/layout/vList2"/>
    <dgm:cxn modelId="{07813242-BD2E-4C27-A814-6F0FD50A387E}" type="presParOf" srcId="{54C8CE96-EFD3-4989-A9CA-33AE18F99D61}" destId="{1F59406E-E6F1-49C6-8F1F-3B56BD2D2CF0}" srcOrd="6" destOrd="0" presId="urn:microsoft.com/office/officeart/2005/8/layout/vList2"/>
    <dgm:cxn modelId="{7B6DDD28-1AF5-475D-BD55-D2B96E96651A}" type="presParOf" srcId="{54C8CE96-EFD3-4989-A9CA-33AE18F99D61}" destId="{0BF07675-6123-4490-A6E5-D627BD6E6FE7}" srcOrd="7" destOrd="0" presId="urn:microsoft.com/office/officeart/2005/8/layout/vList2"/>
    <dgm:cxn modelId="{F7C3E3E6-DCC0-4410-92C6-D021E13FA69E}" type="presParOf" srcId="{54C8CE96-EFD3-4989-A9CA-33AE18F99D61}" destId="{5A0202EC-75A4-46A9-ADBA-2F090C885608}" srcOrd="8" destOrd="0" presId="urn:microsoft.com/office/officeart/2005/8/layout/vList2"/>
    <dgm:cxn modelId="{2CF14A82-FA98-41B2-A732-11DA1FB496A4}" type="presParOf" srcId="{54C8CE96-EFD3-4989-A9CA-33AE18F99D61}" destId="{D3745366-AB7E-43F1-A51A-7FEB0E598AF5}" srcOrd="9" destOrd="0" presId="urn:microsoft.com/office/officeart/2005/8/layout/vList2"/>
    <dgm:cxn modelId="{3074B2A4-315C-44EE-9B01-F3FC628EFD4E}" type="presParOf" srcId="{54C8CE96-EFD3-4989-A9CA-33AE18F99D61}" destId="{D28F9AA7-2E05-4B3A-BC19-D62F104D388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166FBE-B7A5-4199-8BC4-D1D77D9EDAC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6AD9C9-2276-475A-8641-5C17567EE43C}">
      <dgm:prSet/>
      <dgm:spPr/>
      <dgm:t>
        <a:bodyPr/>
        <a:lstStyle/>
        <a:p>
          <a:r>
            <a:rPr lang="en-US"/>
            <a:t>Frontend: HTML, CSS, JavaScript</a:t>
          </a:r>
        </a:p>
      </dgm:t>
    </dgm:pt>
    <dgm:pt modelId="{DA3528A0-5416-45B4-B45B-70FF8069F44A}" type="parTrans" cxnId="{EB60287A-E089-46E0-89DB-B5FFBF6854A8}">
      <dgm:prSet/>
      <dgm:spPr/>
      <dgm:t>
        <a:bodyPr/>
        <a:lstStyle/>
        <a:p>
          <a:endParaRPr lang="en-US"/>
        </a:p>
      </dgm:t>
    </dgm:pt>
    <dgm:pt modelId="{A06875EB-144C-42CD-B701-70A67EB081C7}" type="sibTrans" cxnId="{EB60287A-E089-46E0-89DB-B5FFBF6854A8}">
      <dgm:prSet/>
      <dgm:spPr/>
      <dgm:t>
        <a:bodyPr/>
        <a:lstStyle/>
        <a:p>
          <a:endParaRPr lang="en-US"/>
        </a:p>
      </dgm:t>
    </dgm:pt>
    <dgm:pt modelId="{E7850694-4B23-46CC-936C-EDF21FF477B0}">
      <dgm:prSet/>
      <dgm:spPr/>
      <dgm:t>
        <a:bodyPr/>
        <a:lstStyle/>
        <a:p>
          <a:r>
            <a:rPr lang="en-US"/>
            <a:t>Editor: Visual Studio Code</a:t>
          </a:r>
        </a:p>
      </dgm:t>
    </dgm:pt>
    <dgm:pt modelId="{7778E148-EC34-4E2D-AA31-4D6A2137B89D}" type="parTrans" cxnId="{7F014C77-9959-42ED-A89E-F0D8B3B6B963}">
      <dgm:prSet/>
      <dgm:spPr/>
      <dgm:t>
        <a:bodyPr/>
        <a:lstStyle/>
        <a:p>
          <a:endParaRPr lang="en-US"/>
        </a:p>
      </dgm:t>
    </dgm:pt>
    <dgm:pt modelId="{90EC18B1-1D3C-45A9-96C4-7DBDAEBE722E}" type="sibTrans" cxnId="{7F014C77-9959-42ED-A89E-F0D8B3B6B963}">
      <dgm:prSet/>
      <dgm:spPr/>
      <dgm:t>
        <a:bodyPr/>
        <a:lstStyle/>
        <a:p>
          <a:endParaRPr lang="en-US"/>
        </a:p>
      </dgm:t>
    </dgm:pt>
    <dgm:pt modelId="{61116228-2660-4DE8-B6D7-7F123847F119}" type="pres">
      <dgm:prSet presAssocID="{54166FBE-B7A5-4199-8BC4-D1D77D9EDA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E37673-CB26-44BA-9EF9-823C0C96ECCC}" type="pres">
      <dgm:prSet presAssocID="{756AD9C9-2276-475A-8641-5C17567EE43C}" presName="hierRoot1" presStyleCnt="0"/>
      <dgm:spPr/>
    </dgm:pt>
    <dgm:pt modelId="{C3361E84-FBDA-4E80-B2C5-4603D9948993}" type="pres">
      <dgm:prSet presAssocID="{756AD9C9-2276-475A-8641-5C17567EE43C}" presName="composite" presStyleCnt="0"/>
      <dgm:spPr/>
    </dgm:pt>
    <dgm:pt modelId="{5CA1B5AE-F8B5-4B9C-BCB9-FFBCE6187218}" type="pres">
      <dgm:prSet presAssocID="{756AD9C9-2276-475A-8641-5C17567EE43C}" presName="background" presStyleLbl="node0" presStyleIdx="0" presStyleCnt="2"/>
      <dgm:spPr/>
    </dgm:pt>
    <dgm:pt modelId="{DA5E53F4-9D56-4728-AE56-FC9BF0EECF67}" type="pres">
      <dgm:prSet presAssocID="{756AD9C9-2276-475A-8641-5C17567EE43C}" presName="text" presStyleLbl="fgAcc0" presStyleIdx="0" presStyleCnt="2">
        <dgm:presLayoutVars>
          <dgm:chPref val="3"/>
        </dgm:presLayoutVars>
      </dgm:prSet>
      <dgm:spPr/>
    </dgm:pt>
    <dgm:pt modelId="{540905DF-CA90-447C-893D-43D09D833833}" type="pres">
      <dgm:prSet presAssocID="{756AD9C9-2276-475A-8641-5C17567EE43C}" presName="hierChild2" presStyleCnt="0"/>
      <dgm:spPr/>
    </dgm:pt>
    <dgm:pt modelId="{9DDEFD26-0ACB-4301-90EC-66B4F1F44F71}" type="pres">
      <dgm:prSet presAssocID="{E7850694-4B23-46CC-936C-EDF21FF477B0}" presName="hierRoot1" presStyleCnt="0"/>
      <dgm:spPr/>
    </dgm:pt>
    <dgm:pt modelId="{E09427F2-F9E4-4652-A886-DF56C95EA970}" type="pres">
      <dgm:prSet presAssocID="{E7850694-4B23-46CC-936C-EDF21FF477B0}" presName="composite" presStyleCnt="0"/>
      <dgm:spPr/>
    </dgm:pt>
    <dgm:pt modelId="{A7677605-59EA-400F-80A9-525E58455A8A}" type="pres">
      <dgm:prSet presAssocID="{E7850694-4B23-46CC-936C-EDF21FF477B0}" presName="background" presStyleLbl="node0" presStyleIdx="1" presStyleCnt="2"/>
      <dgm:spPr/>
    </dgm:pt>
    <dgm:pt modelId="{1E47DB5E-BE4B-4E56-A0A3-31CCA80222BB}" type="pres">
      <dgm:prSet presAssocID="{E7850694-4B23-46CC-936C-EDF21FF477B0}" presName="text" presStyleLbl="fgAcc0" presStyleIdx="1" presStyleCnt="2">
        <dgm:presLayoutVars>
          <dgm:chPref val="3"/>
        </dgm:presLayoutVars>
      </dgm:prSet>
      <dgm:spPr/>
    </dgm:pt>
    <dgm:pt modelId="{950F86A3-B204-4B54-A7D9-07B30E0660F9}" type="pres">
      <dgm:prSet presAssocID="{E7850694-4B23-46CC-936C-EDF21FF477B0}" presName="hierChild2" presStyleCnt="0"/>
      <dgm:spPr/>
    </dgm:pt>
  </dgm:ptLst>
  <dgm:cxnLst>
    <dgm:cxn modelId="{7F014C77-9959-42ED-A89E-F0D8B3B6B963}" srcId="{54166FBE-B7A5-4199-8BC4-D1D77D9EDAC4}" destId="{E7850694-4B23-46CC-936C-EDF21FF477B0}" srcOrd="1" destOrd="0" parTransId="{7778E148-EC34-4E2D-AA31-4D6A2137B89D}" sibTransId="{90EC18B1-1D3C-45A9-96C4-7DBDAEBE722E}"/>
    <dgm:cxn modelId="{4E5EE379-61C3-4C63-9D53-67B627272AA0}" type="presOf" srcId="{756AD9C9-2276-475A-8641-5C17567EE43C}" destId="{DA5E53F4-9D56-4728-AE56-FC9BF0EECF67}" srcOrd="0" destOrd="0" presId="urn:microsoft.com/office/officeart/2005/8/layout/hierarchy1"/>
    <dgm:cxn modelId="{EB60287A-E089-46E0-89DB-B5FFBF6854A8}" srcId="{54166FBE-B7A5-4199-8BC4-D1D77D9EDAC4}" destId="{756AD9C9-2276-475A-8641-5C17567EE43C}" srcOrd="0" destOrd="0" parTransId="{DA3528A0-5416-45B4-B45B-70FF8069F44A}" sibTransId="{A06875EB-144C-42CD-B701-70A67EB081C7}"/>
    <dgm:cxn modelId="{16E3EBB3-DAEA-4B5D-893A-27A5940DC91B}" type="presOf" srcId="{54166FBE-B7A5-4199-8BC4-D1D77D9EDAC4}" destId="{61116228-2660-4DE8-B6D7-7F123847F119}" srcOrd="0" destOrd="0" presId="urn:microsoft.com/office/officeart/2005/8/layout/hierarchy1"/>
    <dgm:cxn modelId="{765FA5F6-090D-4BC7-93CE-C53C37802C50}" type="presOf" srcId="{E7850694-4B23-46CC-936C-EDF21FF477B0}" destId="{1E47DB5E-BE4B-4E56-A0A3-31CCA80222BB}" srcOrd="0" destOrd="0" presId="urn:microsoft.com/office/officeart/2005/8/layout/hierarchy1"/>
    <dgm:cxn modelId="{A0C52695-521B-4095-8E44-64BD8D7E404E}" type="presParOf" srcId="{61116228-2660-4DE8-B6D7-7F123847F119}" destId="{91E37673-CB26-44BA-9EF9-823C0C96ECCC}" srcOrd="0" destOrd="0" presId="urn:microsoft.com/office/officeart/2005/8/layout/hierarchy1"/>
    <dgm:cxn modelId="{78A24CDE-B872-4CAA-B0BA-33239ED2F0C8}" type="presParOf" srcId="{91E37673-CB26-44BA-9EF9-823C0C96ECCC}" destId="{C3361E84-FBDA-4E80-B2C5-4603D9948993}" srcOrd="0" destOrd="0" presId="urn:microsoft.com/office/officeart/2005/8/layout/hierarchy1"/>
    <dgm:cxn modelId="{5FA48998-AD35-4DA8-A12A-B631E1F45D60}" type="presParOf" srcId="{C3361E84-FBDA-4E80-B2C5-4603D9948993}" destId="{5CA1B5AE-F8B5-4B9C-BCB9-FFBCE6187218}" srcOrd="0" destOrd="0" presId="urn:microsoft.com/office/officeart/2005/8/layout/hierarchy1"/>
    <dgm:cxn modelId="{01C57B24-3734-4D69-98AD-16A54029C953}" type="presParOf" srcId="{C3361E84-FBDA-4E80-B2C5-4603D9948993}" destId="{DA5E53F4-9D56-4728-AE56-FC9BF0EECF67}" srcOrd="1" destOrd="0" presId="urn:microsoft.com/office/officeart/2005/8/layout/hierarchy1"/>
    <dgm:cxn modelId="{DACBB381-8E45-4F0D-8247-3276D13CC392}" type="presParOf" srcId="{91E37673-CB26-44BA-9EF9-823C0C96ECCC}" destId="{540905DF-CA90-447C-893D-43D09D833833}" srcOrd="1" destOrd="0" presId="urn:microsoft.com/office/officeart/2005/8/layout/hierarchy1"/>
    <dgm:cxn modelId="{E3EA2BB8-9F11-414E-99C5-7453FED1AE47}" type="presParOf" srcId="{61116228-2660-4DE8-B6D7-7F123847F119}" destId="{9DDEFD26-0ACB-4301-90EC-66B4F1F44F71}" srcOrd="1" destOrd="0" presId="urn:microsoft.com/office/officeart/2005/8/layout/hierarchy1"/>
    <dgm:cxn modelId="{8011EF2D-B446-42A8-BC05-0AE3F3B2A547}" type="presParOf" srcId="{9DDEFD26-0ACB-4301-90EC-66B4F1F44F71}" destId="{E09427F2-F9E4-4652-A886-DF56C95EA970}" srcOrd="0" destOrd="0" presId="urn:microsoft.com/office/officeart/2005/8/layout/hierarchy1"/>
    <dgm:cxn modelId="{373DF8E9-6024-4119-B059-7E49DF15B09F}" type="presParOf" srcId="{E09427F2-F9E4-4652-A886-DF56C95EA970}" destId="{A7677605-59EA-400F-80A9-525E58455A8A}" srcOrd="0" destOrd="0" presId="urn:microsoft.com/office/officeart/2005/8/layout/hierarchy1"/>
    <dgm:cxn modelId="{D3073295-69B5-4D3A-8102-0071F01B6C27}" type="presParOf" srcId="{E09427F2-F9E4-4652-A886-DF56C95EA970}" destId="{1E47DB5E-BE4B-4E56-A0A3-31CCA80222BB}" srcOrd="1" destOrd="0" presId="urn:microsoft.com/office/officeart/2005/8/layout/hierarchy1"/>
    <dgm:cxn modelId="{0651841A-9A38-42FC-8115-50992338D476}" type="presParOf" srcId="{9DDEFD26-0ACB-4301-90EC-66B4F1F44F71}" destId="{950F86A3-B204-4B54-A7D9-07B30E0660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63E1F5-32F2-4233-A756-D1712D893D3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24C958-B4B0-4F7A-B5EA-3F0DF660D6C3}">
      <dgm:prSet/>
      <dgm:spPr/>
      <dgm:t>
        <a:bodyPr/>
        <a:lstStyle/>
        <a:p>
          <a:r>
            <a:rPr lang="en-US"/>
            <a:t>1. User inputs array size and speed.</a:t>
          </a:r>
        </a:p>
      </dgm:t>
    </dgm:pt>
    <dgm:pt modelId="{E46AABEF-2E09-4A93-B530-D8C8329EC039}" type="parTrans" cxnId="{27081707-12DC-4D4B-9593-C4D1160CAD4A}">
      <dgm:prSet/>
      <dgm:spPr/>
      <dgm:t>
        <a:bodyPr/>
        <a:lstStyle/>
        <a:p>
          <a:endParaRPr lang="en-US"/>
        </a:p>
      </dgm:t>
    </dgm:pt>
    <dgm:pt modelId="{C7739A49-02DB-4DAB-9D6A-5DA6A5E58737}" type="sibTrans" cxnId="{27081707-12DC-4D4B-9593-C4D1160CAD4A}">
      <dgm:prSet/>
      <dgm:spPr/>
      <dgm:t>
        <a:bodyPr/>
        <a:lstStyle/>
        <a:p>
          <a:endParaRPr lang="en-US"/>
        </a:p>
      </dgm:t>
    </dgm:pt>
    <dgm:pt modelId="{C72F4658-189B-4BCD-B87B-DF923F390F51}">
      <dgm:prSet/>
      <dgm:spPr/>
      <dgm:t>
        <a:bodyPr/>
        <a:lstStyle/>
        <a:p>
          <a:r>
            <a:rPr lang="en-US"/>
            <a:t>2. User selects a sorting algorithm.</a:t>
          </a:r>
        </a:p>
      </dgm:t>
    </dgm:pt>
    <dgm:pt modelId="{07AFAA84-713A-4A94-B7F5-6DFC97919631}" type="parTrans" cxnId="{1CE69720-4DD5-4954-9DEE-1EED2B6C3A7C}">
      <dgm:prSet/>
      <dgm:spPr/>
      <dgm:t>
        <a:bodyPr/>
        <a:lstStyle/>
        <a:p>
          <a:endParaRPr lang="en-US"/>
        </a:p>
      </dgm:t>
    </dgm:pt>
    <dgm:pt modelId="{630EDC59-C2AD-4AB7-A17E-0D3E98B2E7FD}" type="sibTrans" cxnId="{1CE69720-4DD5-4954-9DEE-1EED2B6C3A7C}">
      <dgm:prSet/>
      <dgm:spPr/>
      <dgm:t>
        <a:bodyPr/>
        <a:lstStyle/>
        <a:p>
          <a:endParaRPr lang="en-US"/>
        </a:p>
      </dgm:t>
    </dgm:pt>
    <dgm:pt modelId="{040727D2-5AA0-4F29-BF75-BA3CF0F6F867}">
      <dgm:prSet/>
      <dgm:spPr/>
      <dgm:t>
        <a:bodyPr/>
        <a:lstStyle/>
        <a:p>
          <a:r>
            <a:rPr lang="en-US"/>
            <a:t>3. Bars are displayed based on array values.</a:t>
          </a:r>
        </a:p>
      </dgm:t>
    </dgm:pt>
    <dgm:pt modelId="{5D95788A-9A92-4F16-BA3E-947BA446BFA1}" type="parTrans" cxnId="{B974A747-5659-4160-B8D2-D0FF67380866}">
      <dgm:prSet/>
      <dgm:spPr/>
      <dgm:t>
        <a:bodyPr/>
        <a:lstStyle/>
        <a:p>
          <a:endParaRPr lang="en-US"/>
        </a:p>
      </dgm:t>
    </dgm:pt>
    <dgm:pt modelId="{5D1352B5-A73D-4666-A437-D5B877881974}" type="sibTrans" cxnId="{B974A747-5659-4160-B8D2-D0FF67380866}">
      <dgm:prSet/>
      <dgm:spPr/>
      <dgm:t>
        <a:bodyPr/>
        <a:lstStyle/>
        <a:p>
          <a:endParaRPr lang="en-US"/>
        </a:p>
      </dgm:t>
    </dgm:pt>
    <dgm:pt modelId="{53CAC351-9B4C-4811-B011-18B293B4E102}">
      <dgm:prSet/>
      <dgm:spPr/>
      <dgm:t>
        <a:bodyPr/>
        <a:lstStyle/>
        <a:p>
          <a:r>
            <a:rPr lang="en-US"/>
            <a:t>4. Sorting animation starts with color indication.</a:t>
          </a:r>
        </a:p>
      </dgm:t>
    </dgm:pt>
    <dgm:pt modelId="{76027EE8-4971-42B4-83AE-96728B240A91}" type="parTrans" cxnId="{0047260E-0482-4509-8D53-AA0ED957D009}">
      <dgm:prSet/>
      <dgm:spPr/>
      <dgm:t>
        <a:bodyPr/>
        <a:lstStyle/>
        <a:p>
          <a:endParaRPr lang="en-US"/>
        </a:p>
      </dgm:t>
    </dgm:pt>
    <dgm:pt modelId="{90B831C3-13CB-4A16-9A3F-6122EC864AD8}" type="sibTrans" cxnId="{0047260E-0482-4509-8D53-AA0ED957D009}">
      <dgm:prSet/>
      <dgm:spPr/>
      <dgm:t>
        <a:bodyPr/>
        <a:lstStyle/>
        <a:p>
          <a:endParaRPr lang="en-US"/>
        </a:p>
      </dgm:t>
    </dgm:pt>
    <dgm:pt modelId="{8A995508-8621-43CC-B86A-ADE4AA689EBB}">
      <dgm:prSet/>
      <dgm:spPr/>
      <dgm:t>
        <a:bodyPr/>
        <a:lstStyle/>
        <a:p>
          <a:r>
            <a:rPr lang="en-US"/>
            <a:t>5. Final sorted array is displayed.</a:t>
          </a:r>
        </a:p>
      </dgm:t>
    </dgm:pt>
    <dgm:pt modelId="{3E0D3746-E15D-4FD2-9660-B6944BBAF6AE}" type="parTrans" cxnId="{D6AA19CB-F9C8-4E96-860B-8AE618692851}">
      <dgm:prSet/>
      <dgm:spPr/>
      <dgm:t>
        <a:bodyPr/>
        <a:lstStyle/>
        <a:p>
          <a:endParaRPr lang="en-US"/>
        </a:p>
      </dgm:t>
    </dgm:pt>
    <dgm:pt modelId="{DDB5BAE0-9116-470C-B3D6-E1D6A6636C29}" type="sibTrans" cxnId="{D6AA19CB-F9C8-4E96-860B-8AE618692851}">
      <dgm:prSet/>
      <dgm:spPr/>
      <dgm:t>
        <a:bodyPr/>
        <a:lstStyle/>
        <a:p>
          <a:endParaRPr lang="en-US"/>
        </a:p>
      </dgm:t>
    </dgm:pt>
    <dgm:pt modelId="{278BC315-B509-4E4F-A85D-D8838D142F4C}" type="pres">
      <dgm:prSet presAssocID="{CD63E1F5-32F2-4233-A756-D1712D893D3E}" presName="diagram" presStyleCnt="0">
        <dgm:presLayoutVars>
          <dgm:dir/>
          <dgm:resizeHandles val="exact"/>
        </dgm:presLayoutVars>
      </dgm:prSet>
      <dgm:spPr/>
    </dgm:pt>
    <dgm:pt modelId="{3D7FA6E5-6FF6-4A3B-90C0-B3005BC4D06E}" type="pres">
      <dgm:prSet presAssocID="{2224C958-B4B0-4F7A-B5EA-3F0DF660D6C3}" presName="node" presStyleLbl="node1" presStyleIdx="0" presStyleCnt="5">
        <dgm:presLayoutVars>
          <dgm:bulletEnabled val="1"/>
        </dgm:presLayoutVars>
      </dgm:prSet>
      <dgm:spPr/>
    </dgm:pt>
    <dgm:pt modelId="{948B5DCA-8B3C-4B51-9584-6B583CD4F34D}" type="pres">
      <dgm:prSet presAssocID="{C7739A49-02DB-4DAB-9D6A-5DA6A5E58737}" presName="sibTrans" presStyleCnt="0"/>
      <dgm:spPr/>
    </dgm:pt>
    <dgm:pt modelId="{B43921AC-1864-4A0C-A5EE-BE7778D38664}" type="pres">
      <dgm:prSet presAssocID="{C72F4658-189B-4BCD-B87B-DF923F390F51}" presName="node" presStyleLbl="node1" presStyleIdx="1" presStyleCnt="5">
        <dgm:presLayoutVars>
          <dgm:bulletEnabled val="1"/>
        </dgm:presLayoutVars>
      </dgm:prSet>
      <dgm:spPr/>
    </dgm:pt>
    <dgm:pt modelId="{FCE0DB0A-0E7D-4918-878C-A7F085771BF5}" type="pres">
      <dgm:prSet presAssocID="{630EDC59-C2AD-4AB7-A17E-0D3E98B2E7FD}" presName="sibTrans" presStyleCnt="0"/>
      <dgm:spPr/>
    </dgm:pt>
    <dgm:pt modelId="{B7263EF9-D62D-45C4-9C28-84C2C665B80D}" type="pres">
      <dgm:prSet presAssocID="{040727D2-5AA0-4F29-BF75-BA3CF0F6F867}" presName="node" presStyleLbl="node1" presStyleIdx="2" presStyleCnt="5">
        <dgm:presLayoutVars>
          <dgm:bulletEnabled val="1"/>
        </dgm:presLayoutVars>
      </dgm:prSet>
      <dgm:spPr/>
    </dgm:pt>
    <dgm:pt modelId="{3FF2FBDC-5221-46BD-8967-C63537FA8D2E}" type="pres">
      <dgm:prSet presAssocID="{5D1352B5-A73D-4666-A437-D5B877881974}" presName="sibTrans" presStyleCnt="0"/>
      <dgm:spPr/>
    </dgm:pt>
    <dgm:pt modelId="{033B1F75-C250-4D0B-BAC2-7BA5B6EB2AA0}" type="pres">
      <dgm:prSet presAssocID="{53CAC351-9B4C-4811-B011-18B293B4E102}" presName="node" presStyleLbl="node1" presStyleIdx="3" presStyleCnt="5">
        <dgm:presLayoutVars>
          <dgm:bulletEnabled val="1"/>
        </dgm:presLayoutVars>
      </dgm:prSet>
      <dgm:spPr/>
    </dgm:pt>
    <dgm:pt modelId="{AA61DAE3-6E4B-4AB4-86F0-7C9909D820A3}" type="pres">
      <dgm:prSet presAssocID="{90B831C3-13CB-4A16-9A3F-6122EC864AD8}" presName="sibTrans" presStyleCnt="0"/>
      <dgm:spPr/>
    </dgm:pt>
    <dgm:pt modelId="{701E2AE7-CBAE-43DE-B301-E8DECD28A361}" type="pres">
      <dgm:prSet presAssocID="{8A995508-8621-43CC-B86A-ADE4AA689EBB}" presName="node" presStyleLbl="node1" presStyleIdx="4" presStyleCnt="5">
        <dgm:presLayoutVars>
          <dgm:bulletEnabled val="1"/>
        </dgm:presLayoutVars>
      </dgm:prSet>
      <dgm:spPr/>
    </dgm:pt>
  </dgm:ptLst>
  <dgm:cxnLst>
    <dgm:cxn modelId="{27081707-12DC-4D4B-9593-C4D1160CAD4A}" srcId="{CD63E1F5-32F2-4233-A756-D1712D893D3E}" destId="{2224C958-B4B0-4F7A-B5EA-3F0DF660D6C3}" srcOrd="0" destOrd="0" parTransId="{E46AABEF-2E09-4A93-B530-D8C8329EC039}" sibTransId="{C7739A49-02DB-4DAB-9D6A-5DA6A5E58737}"/>
    <dgm:cxn modelId="{0047260E-0482-4509-8D53-AA0ED957D009}" srcId="{CD63E1F5-32F2-4233-A756-D1712D893D3E}" destId="{53CAC351-9B4C-4811-B011-18B293B4E102}" srcOrd="3" destOrd="0" parTransId="{76027EE8-4971-42B4-83AE-96728B240A91}" sibTransId="{90B831C3-13CB-4A16-9A3F-6122EC864AD8}"/>
    <dgm:cxn modelId="{1CE69720-4DD5-4954-9DEE-1EED2B6C3A7C}" srcId="{CD63E1F5-32F2-4233-A756-D1712D893D3E}" destId="{C72F4658-189B-4BCD-B87B-DF923F390F51}" srcOrd="1" destOrd="0" parTransId="{07AFAA84-713A-4A94-B7F5-6DFC97919631}" sibTransId="{630EDC59-C2AD-4AB7-A17E-0D3E98B2E7FD}"/>
    <dgm:cxn modelId="{32BE3835-C83A-4135-AA94-2CBA38252780}" type="presOf" srcId="{CD63E1F5-32F2-4233-A756-D1712D893D3E}" destId="{278BC315-B509-4E4F-A85D-D8838D142F4C}" srcOrd="0" destOrd="0" presId="urn:microsoft.com/office/officeart/2005/8/layout/default"/>
    <dgm:cxn modelId="{954B9164-DAF0-43F0-9BCA-DBF0B7C9F1A5}" type="presOf" srcId="{C72F4658-189B-4BCD-B87B-DF923F390F51}" destId="{B43921AC-1864-4A0C-A5EE-BE7778D38664}" srcOrd="0" destOrd="0" presId="urn:microsoft.com/office/officeart/2005/8/layout/default"/>
    <dgm:cxn modelId="{86F22D65-4A3C-4F02-A90F-9E1F98AB9D37}" type="presOf" srcId="{53CAC351-9B4C-4811-B011-18B293B4E102}" destId="{033B1F75-C250-4D0B-BAC2-7BA5B6EB2AA0}" srcOrd="0" destOrd="0" presId="urn:microsoft.com/office/officeart/2005/8/layout/default"/>
    <dgm:cxn modelId="{B974A747-5659-4160-B8D2-D0FF67380866}" srcId="{CD63E1F5-32F2-4233-A756-D1712D893D3E}" destId="{040727D2-5AA0-4F29-BF75-BA3CF0F6F867}" srcOrd="2" destOrd="0" parTransId="{5D95788A-9A92-4F16-BA3E-947BA446BFA1}" sibTransId="{5D1352B5-A73D-4666-A437-D5B877881974}"/>
    <dgm:cxn modelId="{D6AA19CB-F9C8-4E96-860B-8AE618692851}" srcId="{CD63E1F5-32F2-4233-A756-D1712D893D3E}" destId="{8A995508-8621-43CC-B86A-ADE4AA689EBB}" srcOrd="4" destOrd="0" parTransId="{3E0D3746-E15D-4FD2-9660-B6944BBAF6AE}" sibTransId="{DDB5BAE0-9116-470C-B3D6-E1D6A6636C29}"/>
    <dgm:cxn modelId="{76D4CBDB-5B06-41BE-86A8-807E982FFB7C}" type="presOf" srcId="{040727D2-5AA0-4F29-BF75-BA3CF0F6F867}" destId="{B7263EF9-D62D-45C4-9C28-84C2C665B80D}" srcOrd="0" destOrd="0" presId="urn:microsoft.com/office/officeart/2005/8/layout/default"/>
    <dgm:cxn modelId="{410509EC-A616-4281-8A4B-879D57E187BE}" type="presOf" srcId="{8A995508-8621-43CC-B86A-ADE4AA689EBB}" destId="{701E2AE7-CBAE-43DE-B301-E8DECD28A361}" srcOrd="0" destOrd="0" presId="urn:microsoft.com/office/officeart/2005/8/layout/default"/>
    <dgm:cxn modelId="{9C0B84F0-5347-45B1-BBC1-3D81B68C12B5}" type="presOf" srcId="{2224C958-B4B0-4F7A-B5EA-3F0DF660D6C3}" destId="{3D7FA6E5-6FF6-4A3B-90C0-B3005BC4D06E}" srcOrd="0" destOrd="0" presId="urn:microsoft.com/office/officeart/2005/8/layout/default"/>
    <dgm:cxn modelId="{E53B619C-EF9F-4F62-97A4-21EB2B001CB8}" type="presParOf" srcId="{278BC315-B509-4E4F-A85D-D8838D142F4C}" destId="{3D7FA6E5-6FF6-4A3B-90C0-B3005BC4D06E}" srcOrd="0" destOrd="0" presId="urn:microsoft.com/office/officeart/2005/8/layout/default"/>
    <dgm:cxn modelId="{91751A6E-0CD4-45F6-BF08-E93AD8FD077E}" type="presParOf" srcId="{278BC315-B509-4E4F-A85D-D8838D142F4C}" destId="{948B5DCA-8B3C-4B51-9584-6B583CD4F34D}" srcOrd="1" destOrd="0" presId="urn:microsoft.com/office/officeart/2005/8/layout/default"/>
    <dgm:cxn modelId="{E5D8BDCA-AA54-441C-8AEC-457CA894DAB0}" type="presParOf" srcId="{278BC315-B509-4E4F-A85D-D8838D142F4C}" destId="{B43921AC-1864-4A0C-A5EE-BE7778D38664}" srcOrd="2" destOrd="0" presId="urn:microsoft.com/office/officeart/2005/8/layout/default"/>
    <dgm:cxn modelId="{8591D391-730E-4B8B-A6B3-403A5A7EB4BE}" type="presParOf" srcId="{278BC315-B509-4E4F-A85D-D8838D142F4C}" destId="{FCE0DB0A-0E7D-4918-878C-A7F085771BF5}" srcOrd="3" destOrd="0" presId="urn:microsoft.com/office/officeart/2005/8/layout/default"/>
    <dgm:cxn modelId="{231406E7-396F-4541-A83C-CBBEF5138D0E}" type="presParOf" srcId="{278BC315-B509-4E4F-A85D-D8838D142F4C}" destId="{B7263EF9-D62D-45C4-9C28-84C2C665B80D}" srcOrd="4" destOrd="0" presId="urn:microsoft.com/office/officeart/2005/8/layout/default"/>
    <dgm:cxn modelId="{81368E63-6519-4A65-AD26-D83A93986434}" type="presParOf" srcId="{278BC315-B509-4E4F-A85D-D8838D142F4C}" destId="{3FF2FBDC-5221-46BD-8967-C63537FA8D2E}" srcOrd="5" destOrd="0" presId="urn:microsoft.com/office/officeart/2005/8/layout/default"/>
    <dgm:cxn modelId="{D4665FD3-2900-49D4-AB78-F2F6BD3C0295}" type="presParOf" srcId="{278BC315-B509-4E4F-A85D-D8838D142F4C}" destId="{033B1F75-C250-4D0B-BAC2-7BA5B6EB2AA0}" srcOrd="6" destOrd="0" presId="urn:microsoft.com/office/officeart/2005/8/layout/default"/>
    <dgm:cxn modelId="{DD980EF2-9730-4806-9FFF-CA2B65724D29}" type="presParOf" srcId="{278BC315-B509-4E4F-A85D-D8838D142F4C}" destId="{AA61DAE3-6E4B-4AB4-86F0-7C9909D820A3}" srcOrd="7" destOrd="0" presId="urn:microsoft.com/office/officeart/2005/8/layout/default"/>
    <dgm:cxn modelId="{6A30E881-CD49-4686-B579-21CACBB3FEA4}" type="presParOf" srcId="{278BC315-B509-4E4F-A85D-D8838D142F4C}" destId="{701E2AE7-CBAE-43DE-B301-E8DECD28A36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A7B8A5-C48B-4048-8116-F8F43029B3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0C9A828-D506-4ADF-A4A9-798CA8F00177}">
      <dgm:prSet/>
      <dgm:spPr/>
      <dgm:t>
        <a:bodyPr/>
        <a:lstStyle/>
        <a:p>
          <a:r>
            <a:rPr lang="en-US"/>
            <a:t>Making the site responsive with CSS as a beginner.</a:t>
          </a:r>
        </a:p>
      </dgm:t>
    </dgm:pt>
    <dgm:pt modelId="{311F76EB-A1DC-45A2-94D6-538AE04410F3}" type="parTrans" cxnId="{1061C66E-0F3F-4E2E-94B9-BB852B5AA277}">
      <dgm:prSet/>
      <dgm:spPr/>
      <dgm:t>
        <a:bodyPr/>
        <a:lstStyle/>
        <a:p>
          <a:endParaRPr lang="en-US"/>
        </a:p>
      </dgm:t>
    </dgm:pt>
    <dgm:pt modelId="{EE272C23-211E-4CDB-9437-3A8D6184D0C3}" type="sibTrans" cxnId="{1061C66E-0F3F-4E2E-94B9-BB852B5AA277}">
      <dgm:prSet/>
      <dgm:spPr/>
      <dgm:t>
        <a:bodyPr/>
        <a:lstStyle/>
        <a:p>
          <a:endParaRPr lang="en-US"/>
        </a:p>
      </dgm:t>
    </dgm:pt>
    <dgm:pt modelId="{F91CCA95-AFBA-493E-97C1-978769490EB6}">
      <dgm:prSet/>
      <dgm:spPr/>
      <dgm:t>
        <a:bodyPr/>
        <a:lstStyle/>
        <a:p>
          <a:r>
            <a:rPr lang="en-US"/>
            <a:t>Implementing sorting algorithms in JavaScript instead of C/C++.</a:t>
          </a:r>
        </a:p>
      </dgm:t>
    </dgm:pt>
    <dgm:pt modelId="{8A686897-CE0D-41DD-B977-C7AE145CCBC7}" type="parTrans" cxnId="{C84A0E7B-B0B1-4A51-8CA5-474F819841BB}">
      <dgm:prSet/>
      <dgm:spPr/>
      <dgm:t>
        <a:bodyPr/>
        <a:lstStyle/>
        <a:p>
          <a:endParaRPr lang="en-US"/>
        </a:p>
      </dgm:t>
    </dgm:pt>
    <dgm:pt modelId="{90C554A1-4F4F-45DF-8EA9-74E01A9145BB}" type="sibTrans" cxnId="{C84A0E7B-B0B1-4A51-8CA5-474F819841BB}">
      <dgm:prSet/>
      <dgm:spPr/>
      <dgm:t>
        <a:bodyPr/>
        <a:lstStyle/>
        <a:p>
          <a:endParaRPr lang="en-US"/>
        </a:p>
      </dgm:t>
    </dgm:pt>
    <dgm:pt modelId="{3B20FDCA-E119-4771-920F-FD38E289F5D1}">
      <dgm:prSet/>
      <dgm:spPr/>
      <dgm:t>
        <a:bodyPr/>
        <a:lstStyle/>
        <a:p>
          <a:r>
            <a:rPr lang="en-US"/>
            <a:t>Synchronizing visual animation with logic.</a:t>
          </a:r>
        </a:p>
      </dgm:t>
    </dgm:pt>
    <dgm:pt modelId="{7DD456C4-FB63-4CDB-A6A7-C2ADF2802299}" type="parTrans" cxnId="{B1285103-3261-4C99-9268-E970F3EE08B7}">
      <dgm:prSet/>
      <dgm:spPr/>
      <dgm:t>
        <a:bodyPr/>
        <a:lstStyle/>
        <a:p>
          <a:endParaRPr lang="en-US"/>
        </a:p>
      </dgm:t>
    </dgm:pt>
    <dgm:pt modelId="{D3CA32B6-B6B9-45F3-AE3A-9F7BFA26F874}" type="sibTrans" cxnId="{B1285103-3261-4C99-9268-E970F3EE08B7}">
      <dgm:prSet/>
      <dgm:spPr/>
      <dgm:t>
        <a:bodyPr/>
        <a:lstStyle/>
        <a:p>
          <a:endParaRPr lang="en-US"/>
        </a:p>
      </dgm:t>
    </dgm:pt>
    <dgm:pt modelId="{25AE32B4-BACA-418C-996B-BD954DE961F7}" type="pres">
      <dgm:prSet presAssocID="{ABA7B8A5-C48B-4048-8116-F8F43029B310}" presName="root" presStyleCnt="0">
        <dgm:presLayoutVars>
          <dgm:dir/>
          <dgm:resizeHandles val="exact"/>
        </dgm:presLayoutVars>
      </dgm:prSet>
      <dgm:spPr/>
    </dgm:pt>
    <dgm:pt modelId="{612E7E4B-1A2D-4069-9ACE-FC0E63ACF407}" type="pres">
      <dgm:prSet presAssocID="{E0C9A828-D506-4ADF-A4A9-798CA8F00177}" presName="compNode" presStyleCnt="0"/>
      <dgm:spPr/>
    </dgm:pt>
    <dgm:pt modelId="{82365F13-5D6A-4304-A0B3-5FAE14795313}" type="pres">
      <dgm:prSet presAssocID="{E0C9A828-D506-4ADF-A4A9-798CA8F00177}" presName="bgRect" presStyleLbl="bgShp" presStyleIdx="0" presStyleCnt="3"/>
      <dgm:spPr/>
    </dgm:pt>
    <dgm:pt modelId="{2DEF3218-89AE-44E2-9021-8E58FE2E1AD6}" type="pres">
      <dgm:prSet presAssocID="{E0C9A828-D506-4ADF-A4A9-798CA8F001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7B44186-B8F6-4D77-BEA2-B1C9F03DF8CB}" type="pres">
      <dgm:prSet presAssocID="{E0C9A828-D506-4ADF-A4A9-798CA8F00177}" presName="spaceRect" presStyleCnt="0"/>
      <dgm:spPr/>
    </dgm:pt>
    <dgm:pt modelId="{DD16E4F1-68C4-4935-8218-A98D5BFFC794}" type="pres">
      <dgm:prSet presAssocID="{E0C9A828-D506-4ADF-A4A9-798CA8F00177}" presName="parTx" presStyleLbl="revTx" presStyleIdx="0" presStyleCnt="3">
        <dgm:presLayoutVars>
          <dgm:chMax val="0"/>
          <dgm:chPref val="0"/>
        </dgm:presLayoutVars>
      </dgm:prSet>
      <dgm:spPr/>
    </dgm:pt>
    <dgm:pt modelId="{88898757-A34A-41D8-8C03-BE45F4C946E1}" type="pres">
      <dgm:prSet presAssocID="{EE272C23-211E-4CDB-9437-3A8D6184D0C3}" presName="sibTrans" presStyleCnt="0"/>
      <dgm:spPr/>
    </dgm:pt>
    <dgm:pt modelId="{4278E5E4-F119-4B8A-B069-B85C22BB3A9C}" type="pres">
      <dgm:prSet presAssocID="{F91CCA95-AFBA-493E-97C1-978769490EB6}" presName="compNode" presStyleCnt="0"/>
      <dgm:spPr/>
    </dgm:pt>
    <dgm:pt modelId="{779FC7B6-0C8B-4714-AD89-47ACB5706ECE}" type="pres">
      <dgm:prSet presAssocID="{F91CCA95-AFBA-493E-97C1-978769490EB6}" presName="bgRect" presStyleLbl="bgShp" presStyleIdx="1" presStyleCnt="3"/>
      <dgm:spPr/>
    </dgm:pt>
    <dgm:pt modelId="{EC0E0E62-AF79-4709-8571-412B56341889}" type="pres">
      <dgm:prSet presAssocID="{F91CCA95-AFBA-493E-97C1-978769490E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BFF8A79-1A84-4F6D-9076-8E17CBEAEE4B}" type="pres">
      <dgm:prSet presAssocID="{F91CCA95-AFBA-493E-97C1-978769490EB6}" presName="spaceRect" presStyleCnt="0"/>
      <dgm:spPr/>
    </dgm:pt>
    <dgm:pt modelId="{CEB9F478-B06D-42E0-B088-505AFD24385B}" type="pres">
      <dgm:prSet presAssocID="{F91CCA95-AFBA-493E-97C1-978769490EB6}" presName="parTx" presStyleLbl="revTx" presStyleIdx="1" presStyleCnt="3">
        <dgm:presLayoutVars>
          <dgm:chMax val="0"/>
          <dgm:chPref val="0"/>
        </dgm:presLayoutVars>
      </dgm:prSet>
      <dgm:spPr/>
    </dgm:pt>
    <dgm:pt modelId="{BC8DF06D-82CF-49B5-B84C-DEC9332F8131}" type="pres">
      <dgm:prSet presAssocID="{90C554A1-4F4F-45DF-8EA9-74E01A9145BB}" presName="sibTrans" presStyleCnt="0"/>
      <dgm:spPr/>
    </dgm:pt>
    <dgm:pt modelId="{D26A5103-EAFB-48C1-82C5-80D7DC01375A}" type="pres">
      <dgm:prSet presAssocID="{3B20FDCA-E119-4771-920F-FD38E289F5D1}" presName="compNode" presStyleCnt="0"/>
      <dgm:spPr/>
    </dgm:pt>
    <dgm:pt modelId="{F2E9E5F5-729D-4019-A9F2-493835623E47}" type="pres">
      <dgm:prSet presAssocID="{3B20FDCA-E119-4771-920F-FD38E289F5D1}" presName="bgRect" presStyleLbl="bgShp" presStyleIdx="2" presStyleCnt="3"/>
      <dgm:spPr/>
    </dgm:pt>
    <dgm:pt modelId="{B0FCCC55-7E59-4796-BEA8-034EEC49EC21}" type="pres">
      <dgm:prSet presAssocID="{3B20FDCA-E119-4771-920F-FD38E289F5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A1EFD88-F699-48F6-8649-85A0BDBDCEF4}" type="pres">
      <dgm:prSet presAssocID="{3B20FDCA-E119-4771-920F-FD38E289F5D1}" presName="spaceRect" presStyleCnt="0"/>
      <dgm:spPr/>
    </dgm:pt>
    <dgm:pt modelId="{AD3C6BC7-751B-4B03-B7E3-2485FA4898FA}" type="pres">
      <dgm:prSet presAssocID="{3B20FDCA-E119-4771-920F-FD38E289F5D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285103-3261-4C99-9268-E970F3EE08B7}" srcId="{ABA7B8A5-C48B-4048-8116-F8F43029B310}" destId="{3B20FDCA-E119-4771-920F-FD38E289F5D1}" srcOrd="2" destOrd="0" parTransId="{7DD456C4-FB63-4CDB-A6A7-C2ADF2802299}" sibTransId="{D3CA32B6-B6B9-45F3-AE3A-9F7BFA26F874}"/>
    <dgm:cxn modelId="{230E0319-B7EB-4706-8293-11228FEBEC48}" type="presOf" srcId="{E0C9A828-D506-4ADF-A4A9-798CA8F00177}" destId="{DD16E4F1-68C4-4935-8218-A98D5BFFC794}" srcOrd="0" destOrd="0" presId="urn:microsoft.com/office/officeart/2018/2/layout/IconVerticalSolidList"/>
    <dgm:cxn modelId="{1061C66E-0F3F-4E2E-94B9-BB852B5AA277}" srcId="{ABA7B8A5-C48B-4048-8116-F8F43029B310}" destId="{E0C9A828-D506-4ADF-A4A9-798CA8F00177}" srcOrd="0" destOrd="0" parTransId="{311F76EB-A1DC-45A2-94D6-538AE04410F3}" sibTransId="{EE272C23-211E-4CDB-9437-3A8D6184D0C3}"/>
    <dgm:cxn modelId="{C84A0E7B-B0B1-4A51-8CA5-474F819841BB}" srcId="{ABA7B8A5-C48B-4048-8116-F8F43029B310}" destId="{F91CCA95-AFBA-493E-97C1-978769490EB6}" srcOrd="1" destOrd="0" parTransId="{8A686897-CE0D-41DD-B977-C7AE145CCBC7}" sibTransId="{90C554A1-4F4F-45DF-8EA9-74E01A9145BB}"/>
    <dgm:cxn modelId="{5774FC8F-5BFB-4721-AB81-739D954BF932}" type="presOf" srcId="{ABA7B8A5-C48B-4048-8116-F8F43029B310}" destId="{25AE32B4-BACA-418C-996B-BD954DE961F7}" srcOrd="0" destOrd="0" presId="urn:microsoft.com/office/officeart/2018/2/layout/IconVerticalSolidList"/>
    <dgm:cxn modelId="{24493FDF-06B0-45B9-B2CF-12B2568670C1}" type="presOf" srcId="{F91CCA95-AFBA-493E-97C1-978769490EB6}" destId="{CEB9F478-B06D-42E0-B088-505AFD24385B}" srcOrd="0" destOrd="0" presId="urn:microsoft.com/office/officeart/2018/2/layout/IconVerticalSolidList"/>
    <dgm:cxn modelId="{36C8F5F2-8DE6-405F-A232-B5085953611E}" type="presOf" srcId="{3B20FDCA-E119-4771-920F-FD38E289F5D1}" destId="{AD3C6BC7-751B-4B03-B7E3-2485FA4898FA}" srcOrd="0" destOrd="0" presId="urn:microsoft.com/office/officeart/2018/2/layout/IconVerticalSolidList"/>
    <dgm:cxn modelId="{68E8E30A-2A39-4830-A78C-CC0795322343}" type="presParOf" srcId="{25AE32B4-BACA-418C-996B-BD954DE961F7}" destId="{612E7E4B-1A2D-4069-9ACE-FC0E63ACF407}" srcOrd="0" destOrd="0" presId="urn:microsoft.com/office/officeart/2018/2/layout/IconVerticalSolidList"/>
    <dgm:cxn modelId="{AAA74785-D391-4417-8E6E-082E63712BE2}" type="presParOf" srcId="{612E7E4B-1A2D-4069-9ACE-FC0E63ACF407}" destId="{82365F13-5D6A-4304-A0B3-5FAE14795313}" srcOrd="0" destOrd="0" presId="urn:microsoft.com/office/officeart/2018/2/layout/IconVerticalSolidList"/>
    <dgm:cxn modelId="{921FB0D8-2424-4327-8C5D-2AF1A31675C2}" type="presParOf" srcId="{612E7E4B-1A2D-4069-9ACE-FC0E63ACF407}" destId="{2DEF3218-89AE-44E2-9021-8E58FE2E1AD6}" srcOrd="1" destOrd="0" presId="urn:microsoft.com/office/officeart/2018/2/layout/IconVerticalSolidList"/>
    <dgm:cxn modelId="{70EB315C-4574-4677-A92F-03D9520C7CA4}" type="presParOf" srcId="{612E7E4B-1A2D-4069-9ACE-FC0E63ACF407}" destId="{17B44186-B8F6-4D77-BEA2-B1C9F03DF8CB}" srcOrd="2" destOrd="0" presId="urn:microsoft.com/office/officeart/2018/2/layout/IconVerticalSolidList"/>
    <dgm:cxn modelId="{42553365-E3F3-4550-A16E-A62912DE5314}" type="presParOf" srcId="{612E7E4B-1A2D-4069-9ACE-FC0E63ACF407}" destId="{DD16E4F1-68C4-4935-8218-A98D5BFFC794}" srcOrd="3" destOrd="0" presId="urn:microsoft.com/office/officeart/2018/2/layout/IconVerticalSolidList"/>
    <dgm:cxn modelId="{61C5D0BF-EC4A-481C-A3F4-E71898A91F52}" type="presParOf" srcId="{25AE32B4-BACA-418C-996B-BD954DE961F7}" destId="{88898757-A34A-41D8-8C03-BE45F4C946E1}" srcOrd="1" destOrd="0" presId="urn:microsoft.com/office/officeart/2018/2/layout/IconVerticalSolidList"/>
    <dgm:cxn modelId="{344902C3-09A9-408A-9C85-E42ECD9E223B}" type="presParOf" srcId="{25AE32B4-BACA-418C-996B-BD954DE961F7}" destId="{4278E5E4-F119-4B8A-B069-B85C22BB3A9C}" srcOrd="2" destOrd="0" presId="urn:microsoft.com/office/officeart/2018/2/layout/IconVerticalSolidList"/>
    <dgm:cxn modelId="{E593CA27-FA10-4068-9BAD-F8A80502D087}" type="presParOf" srcId="{4278E5E4-F119-4B8A-B069-B85C22BB3A9C}" destId="{779FC7B6-0C8B-4714-AD89-47ACB5706ECE}" srcOrd="0" destOrd="0" presId="urn:microsoft.com/office/officeart/2018/2/layout/IconVerticalSolidList"/>
    <dgm:cxn modelId="{ABC1A3B9-3DAA-40E3-8248-F3C068BC7AF6}" type="presParOf" srcId="{4278E5E4-F119-4B8A-B069-B85C22BB3A9C}" destId="{EC0E0E62-AF79-4709-8571-412B56341889}" srcOrd="1" destOrd="0" presId="urn:microsoft.com/office/officeart/2018/2/layout/IconVerticalSolidList"/>
    <dgm:cxn modelId="{E440A76D-91E1-4DB7-AAED-BE49DA2C8BB3}" type="presParOf" srcId="{4278E5E4-F119-4B8A-B069-B85C22BB3A9C}" destId="{1BFF8A79-1A84-4F6D-9076-8E17CBEAEE4B}" srcOrd="2" destOrd="0" presId="urn:microsoft.com/office/officeart/2018/2/layout/IconVerticalSolidList"/>
    <dgm:cxn modelId="{5277E4C9-9440-4051-96D5-1324B770E678}" type="presParOf" srcId="{4278E5E4-F119-4B8A-B069-B85C22BB3A9C}" destId="{CEB9F478-B06D-42E0-B088-505AFD24385B}" srcOrd="3" destOrd="0" presId="urn:microsoft.com/office/officeart/2018/2/layout/IconVerticalSolidList"/>
    <dgm:cxn modelId="{6C77DBA5-7BD5-4C26-8992-7B12B68C68A4}" type="presParOf" srcId="{25AE32B4-BACA-418C-996B-BD954DE961F7}" destId="{BC8DF06D-82CF-49B5-B84C-DEC9332F8131}" srcOrd="3" destOrd="0" presId="urn:microsoft.com/office/officeart/2018/2/layout/IconVerticalSolidList"/>
    <dgm:cxn modelId="{BA079189-0736-43F1-817D-6449590CDCA6}" type="presParOf" srcId="{25AE32B4-BACA-418C-996B-BD954DE961F7}" destId="{D26A5103-EAFB-48C1-82C5-80D7DC01375A}" srcOrd="4" destOrd="0" presId="urn:microsoft.com/office/officeart/2018/2/layout/IconVerticalSolidList"/>
    <dgm:cxn modelId="{7B28AE7B-9B3E-4C88-98D9-A662888FF99F}" type="presParOf" srcId="{D26A5103-EAFB-48C1-82C5-80D7DC01375A}" destId="{F2E9E5F5-729D-4019-A9F2-493835623E47}" srcOrd="0" destOrd="0" presId="urn:microsoft.com/office/officeart/2018/2/layout/IconVerticalSolidList"/>
    <dgm:cxn modelId="{B1298A32-19FD-4199-A76C-05367C8CD213}" type="presParOf" srcId="{D26A5103-EAFB-48C1-82C5-80D7DC01375A}" destId="{B0FCCC55-7E59-4796-BEA8-034EEC49EC21}" srcOrd="1" destOrd="0" presId="urn:microsoft.com/office/officeart/2018/2/layout/IconVerticalSolidList"/>
    <dgm:cxn modelId="{2FA35316-26DA-4BEE-82DB-CDAE10BDFA7E}" type="presParOf" srcId="{D26A5103-EAFB-48C1-82C5-80D7DC01375A}" destId="{4A1EFD88-F699-48F6-8649-85A0BDBDCEF4}" srcOrd="2" destOrd="0" presId="urn:microsoft.com/office/officeart/2018/2/layout/IconVerticalSolidList"/>
    <dgm:cxn modelId="{AB8312B7-346A-4888-A9A7-F452529DA590}" type="presParOf" srcId="{D26A5103-EAFB-48C1-82C5-80D7DC01375A}" destId="{AD3C6BC7-751B-4B03-B7E3-2485FA4898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0E3039-2D4C-43FD-95F4-D380F9D0D9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10E8EB-F3DC-4E27-B811-F2C8FF1A01CE}">
      <dgm:prSet/>
      <dgm:spPr/>
      <dgm:t>
        <a:bodyPr/>
        <a:lstStyle/>
        <a:p>
          <a:r>
            <a:rPr lang="en-US"/>
            <a:t>Add more sorting algorithms (e.g., Radix, Bucket).</a:t>
          </a:r>
        </a:p>
      </dgm:t>
    </dgm:pt>
    <dgm:pt modelId="{9A9E5B1E-1806-4B27-B3B8-E359F9BBF74E}" type="parTrans" cxnId="{4FDACE2A-B2C1-4CB3-8AFB-145102EF480F}">
      <dgm:prSet/>
      <dgm:spPr/>
      <dgm:t>
        <a:bodyPr/>
        <a:lstStyle/>
        <a:p>
          <a:endParaRPr lang="en-US"/>
        </a:p>
      </dgm:t>
    </dgm:pt>
    <dgm:pt modelId="{E053F410-703B-43CD-8E93-D057AEC3C26A}" type="sibTrans" cxnId="{4FDACE2A-B2C1-4CB3-8AFB-145102EF480F}">
      <dgm:prSet/>
      <dgm:spPr/>
      <dgm:t>
        <a:bodyPr/>
        <a:lstStyle/>
        <a:p>
          <a:endParaRPr lang="en-US"/>
        </a:p>
      </dgm:t>
    </dgm:pt>
    <dgm:pt modelId="{F95D9861-AF9E-4CD2-AA62-9313D29DE5D5}">
      <dgm:prSet/>
      <dgm:spPr/>
      <dgm:t>
        <a:bodyPr/>
        <a:lstStyle/>
        <a:p>
          <a:r>
            <a:rPr lang="en-US"/>
            <a:t>Improve UI/UX design.</a:t>
          </a:r>
        </a:p>
      </dgm:t>
    </dgm:pt>
    <dgm:pt modelId="{BABCED57-26B0-4EF7-88DD-23897C1491DA}" type="parTrans" cxnId="{F0323F90-2834-4AA5-B187-DD606A485710}">
      <dgm:prSet/>
      <dgm:spPr/>
      <dgm:t>
        <a:bodyPr/>
        <a:lstStyle/>
        <a:p>
          <a:endParaRPr lang="en-US"/>
        </a:p>
      </dgm:t>
    </dgm:pt>
    <dgm:pt modelId="{C4AB46FB-AC13-41CF-8002-6A388CE54F09}" type="sibTrans" cxnId="{F0323F90-2834-4AA5-B187-DD606A485710}">
      <dgm:prSet/>
      <dgm:spPr/>
      <dgm:t>
        <a:bodyPr/>
        <a:lstStyle/>
        <a:p>
          <a:endParaRPr lang="en-US"/>
        </a:p>
      </dgm:t>
    </dgm:pt>
    <dgm:pt modelId="{CFB8113C-8584-438F-BB32-CD64960D4380}">
      <dgm:prSet/>
      <dgm:spPr/>
      <dgm:t>
        <a:bodyPr/>
        <a:lstStyle/>
        <a:p>
          <a:r>
            <a:rPr lang="en-US"/>
            <a:t>Add sound or explanation voice-over.</a:t>
          </a:r>
        </a:p>
      </dgm:t>
    </dgm:pt>
    <dgm:pt modelId="{F7931B36-080A-4D7B-91FA-35C9FB1D6A41}" type="parTrans" cxnId="{74FB486C-078E-4537-BBA1-71DA136DFCAA}">
      <dgm:prSet/>
      <dgm:spPr/>
      <dgm:t>
        <a:bodyPr/>
        <a:lstStyle/>
        <a:p>
          <a:endParaRPr lang="en-US"/>
        </a:p>
      </dgm:t>
    </dgm:pt>
    <dgm:pt modelId="{01CBDEB6-AB01-40CE-B4A6-285D00F5BCDB}" type="sibTrans" cxnId="{74FB486C-078E-4537-BBA1-71DA136DFCAA}">
      <dgm:prSet/>
      <dgm:spPr/>
      <dgm:t>
        <a:bodyPr/>
        <a:lstStyle/>
        <a:p>
          <a:endParaRPr lang="en-US"/>
        </a:p>
      </dgm:t>
    </dgm:pt>
    <dgm:pt modelId="{4D9D702E-AEA7-4E32-9BB2-832C4D0EC005}">
      <dgm:prSet/>
      <dgm:spPr/>
      <dgm:t>
        <a:bodyPr/>
        <a:lstStyle/>
        <a:p>
          <a:r>
            <a:rPr lang="en-US"/>
            <a:t>Store user progress using backend support.</a:t>
          </a:r>
        </a:p>
      </dgm:t>
    </dgm:pt>
    <dgm:pt modelId="{4B214612-A49E-43C5-B50D-975A8538D2EB}" type="parTrans" cxnId="{78E9CC02-9FAD-479E-A20A-E167795CA115}">
      <dgm:prSet/>
      <dgm:spPr/>
      <dgm:t>
        <a:bodyPr/>
        <a:lstStyle/>
        <a:p>
          <a:endParaRPr lang="en-US"/>
        </a:p>
      </dgm:t>
    </dgm:pt>
    <dgm:pt modelId="{2ED72C7A-F815-45A8-A842-87D7F47C90D6}" type="sibTrans" cxnId="{78E9CC02-9FAD-479E-A20A-E167795CA115}">
      <dgm:prSet/>
      <dgm:spPr/>
      <dgm:t>
        <a:bodyPr/>
        <a:lstStyle/>
        <a:p>
          <a:endParaRPr lang="en-US"/>
        </a:p>
      </dgm:t>
    </dgm:pt>
    <dgm:pt modelId="{0AFF2E0C-4902-4057-B7E9-21A806D54972}" type="pres">
      <dgm:prSet presAssocID="{640E3039-2D4C-43FD-95F4-D380F9D0D93C}" presName="root" presStyleCnt="0">
        <dgm:presLayoutVars>
          <dgm:dir/>
          <dgm:resizeHandles val="exact"/>
        </dgm:presLayoutVars>
      </dgm:prSet>
      <dgm:spPr/>
    </dgm:pt>
    <dgm:pt modelId="{620A0EE3-35EA-4111-953D-F3F14591BC6B}" type="pres">
      <dgm:prSet presAssocID="{F910E8EB-F3DC-4E27-B811-F2C8FF1A01CE}" presName="compNode" presStyleCnt="0"/>
      <dgm:spPr/>
    </dgm:pt>
    <dgm:pt modelId="{B0E2F051-CB23-4465-9098-AA4586ACDA1B}" type="pres">
      <dgm:prSet presAssocID="{F910E8EB-F3DC-4E27-B811-F2C8FF1A01CE}" presName="bgRect" presStyleLbl="bgShp" presStyleIdx="0" presStyleCnt="4"/>
      <dgm:spPr/>
    </dgm:pt>
    <dgm:pt modelId="{0FEA7028-B986-4F50-8F5C-431A44C0D1C6}" type="pres">
      <dgm:prSet presAssocID="{F910E8EB-F3DC-4E27-B811-F2C8FF1A01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6FB80D4-8D34-4A69-AF4B-7419AB89C25F}" type="pres">
      <dgm:prSet presAssocID="{F910E8EB-F3DC-4E27-B811-F2C8FF1A01CE}" presName="spaceRect" presStyleCnt="0"/>
      <dgm:spPr/>
    </dgm:pt>
    <dgm:pt modelId="{CB7C85C4-BB24-4828-B0C6-461DEF27DD1C}" type="pres">
      <dgm:prSet presAssocID="{F910E8EB-F3DC-4E27-B811-F2C8FF1A01CE}" presName="parTx" presStyleLbl="revTx" presStyleIdx="0" presStyleCnt="4">
        <dgm:presLayoutVars>
          <dgm:chMax val="0"/>
          <dgm:chPref val="0"/>
        </dgm:presLayoutVars>
      </dgm:prSet>
      <dgm:spPr/>
    </dgm:pt>
    <dgm:pt modelId="{0314C0E9-5855-4400-8155-C62E5768A6FB}" type="pres">
      <dgm:prSet presAssocID="{E053F410-703B-43CD-8E93-D057AEC3C26A}" presName="sibTrans" presStyleCnt="0"/>
      <dgm:spPr/>
    </dgm:pt>
    <dgm:pt modelId="{C81B9891-CE06-4825-BB16-84E24655FBD9}" type="pres">
      <dgm:prSet presAssocID="{F95D9861-AF9E-4CD2-AA62-9313D29DE5D5}" presName="compNode" presStyleCnt="0"/>
      <dgm:spPr/>
    </dgm:pt>
    <dgm:pt modelId="{B11E8340-DDE8-4F2A-A12F-19A1CED202AD}" type="pres">
      <dgm:prSet presAssocID="{F95D9861-AF9E-4CD2-AA62-9313D29DE5D5}" presName="bgRect" presStyleLbl="bgShp" presStyleIdx="1" presStyleCnt="4"/>
      <dgm:spPr/>
    </dgm:pt>
    <dgm:pt modelId="{4DA9AE22-C475-4E58-9F83-EC0A9C5E0D91}" type="pres">
      <dgm:prSet presAssocID="{F95D9861-AF9E-4CD2-AA62-9313D29DE5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0A0407E-2444-4705-A820-39F64F657F9F}" type="pres">
      <dgm:prSet presAssocID="{F95D9861-AF9E-4CD2-AA62-9313D29DE5D5}" presName="spaceRect" presStyleCnt="0"/>
      <dgm:spPr/>
    </dgm:pt>
    <dgm:pt modelId="{FA89DF8D-D6BE-4F50-829B-A8359B5A8F40}" type="pres">
      <dgm:prSet presAssocID="{F95D9861-AF9E-4CD2-AA62-9313D29DE5D5}" presName="parTx" presStyleLbl="revTx" presStyleIdx="1" presStyleCnt="4">
        <dgm:presLayoutVars>
          <dgm:chMax val="0"/>
          <dgm:chPref val="0"/>
        </dgm:presLayoutVars>
      </dgm:prSet>
      <dgm:spPr/>
    </dgm:pt>
    <dgm:pt modelId="{978D7F6D-25D8-4635-B886-3A9234F8E444}" type="pres">
      <dgm:prSet presAssocID="{C4AB46FB-AC13-41CF-8002-6A388CE54F09}" presName="sibTrans" presStyleCnt="0"/>
      <dgm:spPr/>
    </dgm:pt>
    <dgm:pt modelId="{291C43C6-1165-467F-94F9-15346BE361C6}" type="pres">
      <dgm:prSet presAssocID="{CFB8113C-8584-438F-BB32-CD64960D4380}" presName="compNode" presStyleCnt="0"/>
      <dgm:spPr/>
    </dgm:pt>
    <dgm:pt modelId="{35EEAC00-F3B6-4FFA-BE28-726B8C7124AD}" type="pres">
      <dgm:prSet presAssocID="{CFB8113C-8584-438F-BB32-CD64960D4380}" presName="bgRect" presStyleLbl="bgShp" presStyleIdx="2" presStyleCnt="4"/>
      <dgm:spPr/>
    </dgm:pt>
    <dgm:pt modelId="{6A2129B8-2CA2-4B49-A2A1-6A00005A6C1B}" type="pres">
      <dgm:prSet presAssocID="{CFB8113C-8584-438F-BB32-CD64960D43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1BF9EA0B-51FA-4D2A-BD02-9B480CDDBDA3}" type="pres">
      <dgm:prSet presAssocID="{CFB8113C-8584-438F-BB32-CD64960D4380}" presName="spaceRect" presStyleCnt="0"/>
      <dgm:spPr/>
    </dgm:pt>
    <dgm:pt modelId="{A67C45DD-7A31-4AEA-A07F-2EE6F4B5EF0C}" type="pres">
      <dgm:prSet presAssocID="{CFB8113C-8584-438F-BB32-CD64960D4380}" presName="parTx" presStyleLbl="revTx" presStyleIdx="2" presStyleCnt="4">
        <dgm:presLayoutVars>
          <dgm:chMax val="0"/>
          <dgm:chPref val="0"/>
        </dgm:presLayoutVars>
      </dgm:prSet>
      <dgm:spPr/>
    </dgm:pt>
    <dgm:pt modelId="{549CCAB1-43F7-486D-A112-D1FE3D3FFD1F}" type="pres">
      <dgm:prSet presAssocID="{01CBDEB6-AB01-40CE-B4A6-285D00F5BCDB}" presName="sibTrans" presStyleCnt="0"/>
      <dgm:spPr/>
    </dgm:pt>
    <dgm:pt modelId="{26884F70-AC72-49F4-86BE-035D48BFB8D7}" type="pres">
      <dgm:prSet presAssocID="{4D9D702E-AEA7-4E32-9BB2-832C4D0EC005}" presName="compNode" presStyleCnt="0"/>
      <dgm:spPr/>
    </dgm:pt>
    <dgm:pt modelId="{65E2A774-8734-4B52-8F33-E07AA16292D2}" type="pres">
      <dgm:prSet presAssocID="{4D9D702E-AEA7-4E32-9BB2-832C4D0EC005}" presName="bgRect" presStyleLbl="bgShp" presStyleIdx="3" presStyleCnt="4"/>
      <dgm:spPr/>
    </dgm:pt>
    <dgm:pt modelId="{6766992F-6D04-4D2D-B362-95D3A601DD33}" type="pres">
      <dgm:prSet presAssocID="{4D9D702E-AEA7-4E32-9BB2-832C4D0EC00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76CC994-EA01-4FCF-89CA-CE00DC048119}" type="pres">
      <dgm:prSet presAssocID="{4D9D702E-AEA7-4E32-9BB2-832C4D0EC005}" presName="spaceRect" presStyleCnt="0"/>
      <dgm:spPr/>
    </dgm:pt>
    <dgm:pt modelId="{6FE19DA5-5472-44B8-8553-085D607DA59B}" type="pres">
      <dgm:prSet presAssocID="{4D9D702E-AEA7-4E32-9BB2-832C4D0EC00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8E9CC02-9FAD-479E-A20A-E167795CA115}" srcId="{640E3039-2D4C-43FD-95F4-D380F9D0D93C}" destId="{4D9D702E-AEA7-4E32-9BB2-832C4D0EC005}" srcOrd="3" destOrd="0" parTransId="{4B214612-A49E-43C5-B50D-975A8538D2EB}" sibTransId="{2ED72C7A-F815-45A8-A842-87D7F47C90D6}"/>
    <dgm:cxn modelId="{4FDACE2A-B2C1-4CB3-8AFB-145102EF480F}" srcId="{640E3039-2D4C-43FD-95F4-D380F9D0D93C}" destId="{F910E8EB-F3DC-4E27-B811-F2C8FF1A01CE}" srcOrd="0" destOrd="0" parTransId="{9A9E5B1E-1806-4B27-B3B8-E359F9BBF74E}" sibTransId="{E053F410-703B-43CD-8E93-D057AEC3C26A}"/>
    <dgm:cxn modelId="{74FB486C-078E-4537-BBA1-71DA136DFCAA}" srcId="{640E3039-2D4C-43FD-95F4-D380F9D0D93C}" destId="{CFB8113C-8584-438F-BB32-CD64960D4380}" srcOrd="2" destOrd="0" parTransId="{F7931B36-080A-4D7B-91FA-35C9FB1D6A41}" sibTransId="{01CBDEB6-AB01-40CE-B4A6-285D00F5BCDB}"/>
    <dgm:cxn modelId="{F0323F90-2834-4AA5-B187-DD606A485710}" srcId="{640E3039-2D4C-43FD-95F4-D380F9D0D93C}" destId="{F95D9861-AF9E-4CD2-AA62-9313D29DE5D5}" srcOrd="1" destOrd="0" parTransId="{BABCED57-26B0-4EF7-88DD-23897C1491DA}" sibTransId="{C4AB46FB-AC13-41CF-8002-6A388CE54F09}"/>
    <dgm:cxn modelId="{FCBC7DAE-B299-481B-B47E-187F8A6435F0}" type="presOf" srcId="{4D9D702E-AEA7-4E32-9BB2-832C4D0EC005}" destId="{6FE19DA5-5472-44B8-8553-085D607DA59B}" srcOrd="0" destOrd="0" presId="urn:microsoft.com/office/officeart/2018/2/layout/IconVerticalSolidList"/>
    <dgm:cxn modelId="{87920CB0-134D-460C-8C96-F5255126D0AA}" type="presOf" srcId="{F95D9861-AF9E-4CD2-AA62-9313D29DE5D5}" destId="{FA89DF8D-D6BE-4F50-829B-A8359B5A8F40}" srcOrd="0" destOrd="0" presId="urn:microsoft.com/office/officeart/2018/2/layout/IconVerticalSolidList"/>
    <dgm:cxn modelId="{CE1955CF-C662-48E3-998B-A3F0DBF4E10A}" type="presOf" srcId="{640E3039-2D4C-43FD-95F4-D380F9D0D93C}" destId="{0AFF2E0C-4902-4057-B7E9-21A806D54972}" srcOrd="0" destOrd="0" presId="urn:microsoft.com/office/officeart/2018/2/layout/IconVerticalSolidList"/>
    <dgm:cxn modelId="{8F242FD8-14E0-4A37-AE3E-E86BFA2AF420}" type="presOf" srcId="{CFB8113C-8584-438F-BB32-CD64960D4380}" destId="{A67C45DD-7A31-4AEA-A07F-2EE6F4B5EF0C}" srcOrd="0" destOrd="0" presId="urn:microsoft.com/office/officeart/2018/2/layout/IconVerticalSolidList"/>
    <dgm:cxn modelId="{14114CEA-35E8-4F73-A84A-E7D528B1380D}" type="presOf" srcId="{F910E8EB-F3DC-4E27-B811-F2C8FF1A01CE}" destId="{CB7C85C4-BB24-4828-B0C6-461DEF27DD1C}" srcOrd="0" destOrd="0" presId="urn:microsoft.com/office/officeart/2018/2/layout/IconVerticalSolidList"/>
    <dgm:cxn modelId="{399576E1-F2C0-40E9-AE32-F23261D7F0CD}" type="presParOf" srcId="{0AFF2E0C-4902-4057-B7E9-21A806D54972}" destId="{620A0EE3-35EA-4111-953D-F3F14591BC6B}" srcOrd="0" destOrd="0" presId="urn:microsoft.com/office/officeart/2018/2/layout/IconVerticalSolidList"/>
    <dgm:cxn modelId="{5DFAB5BE-2FA2-4AAE-AD93-BC37CADD89A0}" type="presParOf" srcId="{620A0EE3-35EA-4111-953D-F3F14591BC6B}" destId="{B0E2F051-CB23-4465-9098-AA4586ACDA1B}" srcOrd="0" destOrd="0" presId="urn:microsoft.com/office/officeart/2018/2/layout/IconVerticalSolidList"/>
    <dgm:cxn modelId="{5BF8135E-C3C3-4F2D-BEC8-13242A77227A}" type="presParOf" srcId="{620A0EE3-35EA-4111-953D-F3F14591BC6B}" destId="{0FEA7028-B986-4F50-8F5C-431A44C0D1C6}" srcOrd="1" destOrd="0" presId="urn:microsoft.com/office/officeart/2018/2/layout/IconVerticalSolidList"/>
    <dgm:cxn modelId="{F3A86315-8E49-432C-A37C-BC918FB8BA79}" type="presParOf" srcId="{620A0EE3-35EA-4111-953D-F3F14591BC6B}" destId="{D6FB80D4-8D34-4A69-AF4B-7419AB89C25F}" srcOrd="2" destOrd="0" presId="urn:microsoft.com/office/officeart/2018/2/layout/IconVerticalSolidList"/>
    <dgm:cxn modelId="{1D5A5F44-7AAD-4C69-AAE0-A015353AE78A}" type="presParOf" srcId="{620A0EE3-35EA-4111-953D-F3F14591BC6B}" destId="{CB7C85C4-BB24-4828-B0C6-461DEF27DD1C}" srcOrd="3" destOrd="0" presId="urn:microsoft.com/office/officeart/2018/2/layout/IconVerticalSolidList"/>
    <dgm:cxn modelId="{578D43D2-F620-4B0B-A9E6-1F2D34473AA1}" type="presParOf" srcId="{0AFF2E0C-4902-4057-B7E9-21A806D54972}" destId="{0314C0E9-5855-4400-8155-C62E5768A6FB}" srcOrd="1" destOrd="0" presId="urn:microsoft.com/office/officeart/2018/2/layout/IconVerticalSolidList"/>
    <dgm:cxn modelId="{05C2A8D7-338D-43BA-82D0-F4059777B80B}" type="presParOf" srcId="{0AFF2E0C-4902-4057-B7E9-21A806D54972}" destId="{C81B9891-CE06-4825-BB16-84E24655FBD9}" srcOrd="2" destOrd="0" presId="urn:microsoft.com/office/officeart/2018/2/layout/IconVerticalSolidList"/>
    <dgm:cxn modelId="{B1E527F5-BFC7-49EA-97E3-B681C26428DB}" type="presParOf" srcId="{C81B9891-CE06-4825-BB16-84E24655FBD9}" destId="{B11E8340-DDE8-4F2A-A12F-19A1CED202AD}" srcOrd="0" destOrd="0" presId="urn:microsoft.com/office/officeart/2018/2/layout/IconVerticalSolidList"/>
    <dgm:cxn modelId="{28088F57-965B-4434-9C53-C3F1CA75B478}" type="presParOf" srcId="{C81B9891-CE06-4825-BB16-84E24655FBD9}" destId="{4DA9AE22-C475-4E58-9F83-EC0A9C5E0D91}" srcOrd="1" destOrd="0" presId="urn:microsoft.com/office/officeart/2018/2/layout/IconVerticalSolidList"/>
    <dgm:cxn modelId="{89E82933-D881-43A0-B10A-FAF0C6A8D3F1}" type="presParOf" srcId="{C81B9891-CE06-4825-BB16-84E24655FBD9}" destId="{90A0407E-2444-4705-A820-39F64F657F9F}" srcOrd="2" destOrd="0" presId="urn:microsoft.com/office/officeart/2018/2/layout/IconVerticalSolidList"/>
    <dgm:cxn modelId="{4E480325-D082-4A66-804C-9A5395019B8E}" type="presParOf" srcId="{C81B9891-CE06-4825-BB16-84E24655FBD9}" destId="{FA89DF8D-D6BE-4F50-829B-A8359B5A8F40}" srcOrd="3" destOrd="0" presId="urn:microsoft.com/office/officeart/2018/2/layout/IconVerticalSolidList"/>
    <dgm:cxn modelId="{CFA47B8D-C803-4102-A4D7-ED5309DD72E8}" type="presParOf" srcId="{0AFF2E0C-4902-4057-B7E9-21A806D54972}" destId="{978D7F6D-25D8-4635-B886-3A9234F8E444}" srcOrd="3" destOrd="0" presId="urn:microsoft.com/office/officeart/2018/2/layout/IconVerticalSolidList"/>
    <dgm:cxn modelId="{E21833DF-388D-4878-B75E-BB02837A7CAD}" type="presParOf" srcId="{0AFF2E0C-4902-4057-B7E9-21A806D54972}" destId="{291C43C6-1165-467F-94F9-15346BE361C6}" srcOrd="4" destOrd="0" presId="urn:microsoft.com/office/officeart/2018/2/layout/IconVerticalSolidList"/>
    <dgm:cxn modelId="{D7CD1DDF-C6DE-4A27-A9F1-41023A017246}" type="presParOf" srcId="{291C43C6-1165-467F-94F9-15346BE361C6}" destId="{35EEAC00-F3B6-4FFA-BE28-726B8C7124AD}" srcOrd="0" destOrd="0" presId="urn:microsoft.com/office/officeart/2018/2/layout/IconVerticalSolidList"/>
    <dgm:cxn modelId="{93AB1F9D-75F8-402D-A75A-3B345E853719}" type="presParOf" srcId="{291C43C6-1165-467F-94F9-15346BE361C6}" destId="{6A2129B8-2CA2-4B49-A2A1-6A00005A6C1B}" srcOrd="1" destOrd="0" presId="urn:microsoft.com/office/officeart/2018/2/layout/IconVerticalSolidList"/>
    <dgm:cxn modelId="{95FB0074-C0E2-4361-A8E1-A57928305864}" type="presParOf" srcId="{291C43C6-1165-467F-94F9-15346BE361C6}" destId="{1BF9EA0B-51FA-4D2A-BD02-9B480CDDBDA3}" srcOrd="2" destOrd="0" presId="urn:microsoft.com/office/officeart/2018/2/layout/IconVerticalSolidList"/>
    <dgm:cxn modelId="{80F2D960-0D38-4511-A406-F871F4973CC2}" type="presParOf" srcId="{291C43C6-1165-467F-94F9-15346BE361C6}" destId="{A67C45DD-7A31-4AEA-A07F-2EE6F4B5EF0C}" srcOrd="3" destOrd="0" presId="urn:microsoft.com/office/officeart/2018/2/layout/IconVerticalSolidList"/>
    <dgm:cxn modelId="{A753CCA0-EDD8-4E4A-A9B1-21C45A0E3E4F}" type="presParOf" srcId="{0AFF2E0C-4902-4057-B7E9-21A806D54972}" destId="{549CCAB1-43F7-486D-A112-D1FE3D3FFD1F}" srcOrd="5" destOrd="0" presId="urn:microsoft.com/office/officeart/2018/2/layout/IconVerticalSolidList"/>
    <dgm:cxn modelId="{EB6785DD-1FAD-489D-93D1-57EB2846EDB3}" type="presParOf" srcId="{0AFF2E0C-4902-4057-B7E9-21A806D54972}" destId="{26884F70-AC72-49F4-86BE-035D48BFB8D7}" srcOrd="6" destOrd="0" presId="urn:microsoft.com/office/officeart/2018/2/layout/IconVerticalSolidList"/>
    <dgm:cxn modelId="{FC106267-93EC-4ADF-93D9-40A70DBBA642}" type="presParOf" srcId="{26884F70-AC72-49F4-86BE-035D48BFB8D7}" destId="{65E2A774-8734-4B52-8F33-E07AA16292D2}" srcOrd="0" destOrd="0" presId="urn:microsoft.com/office/officeart/2018/2/layout/IconVerticalSolidList"/>
    <dgm:cxn modelId="{D8415B7A-EADF-4BAC-A4AD-EE58BD5596AB}" type="presParOf" srcId="{26884F70-AC72-49F4-86BE-035D48BFB8D7}" destId="{6766992F-6D04-4D2D-B362-95D3A601DD33}" srcOrd="1" destOrd="0" presId="urn:microsoft.com/office/officeart/2018/2/layout/IconVerticalSolidList"/>
    <dgm:cxn modelId="{F1865661-CD6C-414F-9DF0-FB113FE455BA}" type="presParOf" srcId="{26884F70-AC72-49F4-86BE-035D48BFB8D7}" destId="{376CC994-EA01-4FCF-89CA-CE00DC048119}" srcOrd="2" destOrd="0" presId="urn:microsoft.com/office/officeart/2018/2/layout/IconVerticalSolidList"/>
    <dgm:cxn modelId="{1AADEA7F-A68C-4FEE-978F-EDA95D9D7944}" type="presParOf" srcId="{26884F70-AC72-49F4-86BE-035D48BFB8D7}" destId="{6FE19DA5-5472-44B8-8553-085D607DA5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AD8236-5DA6-40A8-8F80-7288022C67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DA4E0-1AD7-4C0B-857C-61D5D8E6B8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visualized 6 sorting algorithms.</a:t>
          </a:r>
        </a:p>
      </dgm:t>
    </dgm:pt>
    <dgm:pt modelId="{4D6CF09E-C49A-4A43-84D8-61578A6B53EE}" type="parTrans" cxnId="{AF4692DE-C52A-4910-B5DF-BB90DC9326C4}">
      <dgm:prSet/>
      <dgm:spPr/>
      <dgm:t>
        <a:bodyPr/>
        <a:lstStyle/>
        <a:p>
          <a:endParaRPr lang="en-US"/>
        </a:p>
      </dgm:t>
    </dgm:pt>
    <dgm:pt modelId="{E2CAF6CB-7CDA-4049-B9AD-E4A58F61BD96}" type="sibTrans" cxnId="{AF4692DE-C52A-4910-B5DF-BB90DC9326C4}">
      <dgm:prSet/>
      <dgm:spPr/>
      <dgm:t>
        <a:bodyPr/>
        <a:lstStyle/>
        <a:p>
          <a:endParaRPr lang="en-US"/>
        </a:p>
      </dgm:t>
    </dgm:pt>
    <dgm:pt modelId="{7AE11D95-75EE-4721-A0E7-A7045C1903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Responsive design works across devices.</a:t>
          </a:r>
        </a:p>
      </dgm:t>
    </dgm:pt>
    <dgm:pt modelId="{5298AF14-118D-4136-A51C-1A9415B9797C}" type="parTrans" cxnId="{8041FD85-FFC8-4F61-8913-E1B424F8C2B8}">
      <dgm:prSet/>
      <dgm:spPr/>
      <dgm:t>
        <a:bodyPr/>
        <a:lstStyle/>
        <a:p>
          <a:endParaRPr lang="en-US"/>
        </a:p>
      </dgm:t>
    </dgm:pt>
    <dgm:pt modelId="{ACFEA05D-A523-4F20-A514-957A094E12FD}" type="sibTrans" cxnId="{8041FD85-FFC8-4F61-8913-E1B424F8C2B8}">
      <dgm:prSet/>
      <dgm:spPr/>
      <dgm:t>
        <a:bodyPr/>
        <a:lstStyle/>
        <a:p>
          <a:endParaRPr lang="en-US"/>
        </a:p>
      </dgm:t>
    </dgm:pt>
    <dgm:pt modelId="{9ADD9A3D-4940-4171-96C2-2B3B9D861C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understanding of algorithm behavior.</a:t>
          </a:r>
        </a:p>
      </dgm:t>
    </dgm:pt>
    <dgm:pt modelId="{36D97145-6BD4-425C-A64B-66EF6C051EBA}" type="parTrans" cxnId="{C1418A1C-22BB-4E79-846F-2A0AE1650AF1}">
      <dgm:prSet/>
      <dgm:spPr/>
      <dgm:t>
        <a:bodyPr/>
        <a:lstStyle/>
        <a:p>
          <a:endParaRPr lang="en-US"/>
        </a:p>
      </dgm:t>
    </dgm:pt>
    <dgm:pt modelId="{0BCABE2A-9184-45FE-87AF-3F3EE9B7AA8E}" type="sibTrans" cxnId="{C1418A1C-22BB-4E79-846F-2A0AE1650AF1}">
      <dgm:prSet/>
      <dgm:spPr/>
      <dgm:t>
        <a:bodyPr/>
        <a:lstStyle/>
        <a:p>
          <a:endParaRPr lang="en-US"/>
        </a:p>
      </dgm:t>
    </dgm:pt>
    <dgm:pt modelId="{A1B1AC1F-E971-4C4F-96DC-545696C1915E}" type="pres">
      <dgm:prSet presAssocID="{EAAD8236-5DA6-40A8-8F80-7288022C672E}" presName="root" presStyleCnt="0">
        <dgm:presLayoutVars>
          <dgm:dir/>
          <dgm:resizeHandles val="exact"/>
        </dgm:presLayoutVars>
      </dgm:prSet>
      <dgm:spPr/>
    </dgm:pt>
    <dgm:pt modelId="{C69FE0D5-B158-4995-9A20-8DD4C041AEAE}" type="pres">
      <dgm:prSet presAssocID="{866DA4E0-1AD7-4C0B-857C-61D5D8E6B88B}" presName="compNode" presStyleCnt="0"/>
      <dgm:spPr/>
    </dgm:pt>
    <dgm:pt modelId="{7A07D19D-F17E-4C26-8933-A06AA92B236C}" type="pres">
      <dgm:prSet presAssocID="{866DA4E0-1AD7-4C0B-857C-61D5D8E6B88B}" presName="bgRect" presStyleLbl="bgShp" presStyleIdx="0" presStyleCnt="3"/>
      <dgm:spPr/>
    </dgm:pt>
    <dgm:pt modelId="{45B9CFF4-BFC8-4C3C-8445-3391F257E96D}" type="pres">
      <dgm:prSet presAssocID="{866DA4E0-1AD7-4C0B-857C-61D5D8E6B8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DCE833E-01FE-455A-96DC-69470886B792}" type="pres">
      <dgm:prSet presAssocID="{866DA4E0-1AD7-4C0B-857C-61D5D8E6B88B}" presName="spaceRect" presStyleCnt="0"/>
      <dgm:spPr/>
    </dgm:pt>
    <dgm:pt modelId="{2FD528B4-F85B-46DE-8A18-1A4773594775}" type="pres">
      <dgm:prSet presAssocID="{866DA4E0-1AD7-4C0B-857C-61D5D8E6B88B}" presName="parTx" presStyleLbl="revTx" presStyleIdx="0" presStyleCnt="3">
        <dgm:presLayoutVars>
          <dgm:chMax val="0"/>
          <dgm:chPref val="0"/>
        </dgm:presLayoutVars>
      </dgm:prSet>
      <dgm:spPr/>
    </dgm:pt>
    <dgm:pt modelId="{D4D384D8-FF63-4FCE-88D0-B02AD9FF41CB}" type="pres">
      <dgm:prSet presAssocID="{E2CAF6CB-7CDA-4049-B9AD-E4A58F61BD96}" presName="sibTrans" presStyleCnt="0"/>
      <dgm:spPr/>
    </dgm:pt>
    <dgm:pt modelId="{DCCEF1A5-0CCD-4FAD-8FA6-CC9B2FE5FB6F}" type="pres">
      <dgm:prSet presAssocID="{7AE11D95-75EE-4721-A0E7-A7045C1903DD}" presName="compNode" presStyleCnt="0"/>
      <dgm:spPr/>
    </dgm:pt>
    <dgm:pt modelId="{C37C3D38-DE24-487D-84C3-B6FD17AE8981}" type="pres">
      <dgm:prSet presAssocID="{7AE11D95-75EE-4721-A0E7-A7045C1903DD}" presName="bgRect" presStyleLbl="bgShp" presStyleIdx="1" presStyleCnt="3"/>
      <dgm:spPr/>
    </dgm:pt>
    <dgm:pt modelId="{F5FFF6C5-F8A1-4DBE-88F1-392D2E9EAA9F}" type="pres">
      <dgm:prSet presAssocID="{7AE11D95-75EE-4721-A0E7-A7045C1903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B6FD13A-042E-4E63-A3DD-0E9FD93BE6C2}" type="pres">
      <dgm:prSet presAssocID="{7AE11D95-75EE-4721-A0E7-A7045C1903DD}" presName="spaceRect" presStyleCnt="0"/>
      <dgm:spPr/>
    </dgm:pt>
    <dgm:pt modelId="{8A8AA008-2989-47DE-BD86-3DF2DB691719}" type="pres">
      <dgm:prSet presAssocID="{7AE11D95-75EE-4721-A0E7-A7045C1903DD}" presName="parTx" presStyleLbl="revTx" presStyleIdx="1" presStyleCnt="3">
        <dgm:presLayoutVars>
          <dgm:chMax val="0"/>
          <dgm:chPref val="0"/>
        </dgm:presLayoutVars>
      </dgm:prSet>
      <dgm:spPr/>
    </dgm:pt>
    <dgm:pt modelId="{F6518FB0-223A-42BE-8260-B6067C7F1B57}" type="pres">
      <dgm:prSet presAssocID="{ACFEA05D-A523-4F20-A514-957A094E12FD}" presName="sibTrans" presStyleCnt="0"/>
      <dgm:spPr/>
    </dgm:pt>
    <dgm:pt modelId="{5F747F39-5621-4DC2-BB42-B10BC08F8DAF}" type="pres">
      <dgm:prSet presAssocID="{9ADD9A3D-4940-4171-96C2-2B3B9D861CAD}" presName="compNode" presStyleCnt="0"/>
      <dgm:spPr/>
    </dgm:pt>
    <dgm:pt modelId="{32BEB61A-7619-4F0C-A12C-B7B08B957A8A}" type="pres">
      <dgm:prSet presAssocID="{9ADD9A3D-4940-4171-96C2-2B3B9D861CAD}" presName="bgRect" presStyleLbl="bgShp" presStyleIdx="2" presStyleCnt="3"/>
      <dgm:spPr/>
    </dgm:pt>
    <dgm:pt modelId="{E4E97EC8-585B-4E40-A5E3-90C4D97FCB74}" type="pres">
      <dgm:prSet presAssocID="{9ADD9A3D-4940-4171-96C2-2B3B9D861C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61E9EA7-8C0D-49F4-9FB2-D520AB779B7C}" type="pres">
      <dgm:prSet presAssocID="{9ADD9A3D-4940-4171-96C2-2B3B9D861CAD}" presName="spaceRect" presStyleCnt="0"/>
      <dgm:spPr/>
    </dgm:pt>
    <dgm:pt modelId="{F1884090-E5CF-4B2B-ADE3-83824919B107}" type="pres">
      <dgm:prSet presAssocID="{9ADD9A3D-4940-4171-96C2-2B3B9D861C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821F04-F32D-4E44-8453-064DB8A9C3E9}" type="presOf" srcId="{EAAD8236-5DA6-40A8-8F80-7288022C672E}" destId="{A1B1AC1F-E971-4C4F-96DC-545696C1915E}" srcOrd="0" destOrd="0" presId="urn:microsoft.com/office/officeart/2018/2/layout/IconVerticalSolidList"/>
    <dgm:cxn modelId="{3081AA16-8793-4CCE-B2E2-B875B225B7A4}" type="presOf" srcId="{9ADD9A3D-4940-4171-96C2-2B3B9D861CAD}" destId="{F1884090-E5CF-4B2B-ADE3-83824919B107}" srcOrd="0" destOrd="0" presId="urn:microsoft.com/office/officeart/2018/2/layout/IconVerticalSolidList"/>
    <dgm:cxn modelId="{C1418A1C-22BB-4E79-846F-2A0AE1650AF1}" srcId="{EAAD8236-5DA6-40A8-8F80-7288022C672E}" destId="{9ADD9A3D-4940-4171-96C2-2B3B9D861CAD}" srcOrd="2" destOrd="0" parTransId="{36D97145-6BD4-425C-A64B-66EF6C051EBA}" sibTransId="{0BCABE2A-9184-45FE-87AF-3F3EE9B7AA8E}"/>
    <dgm:cxn modelId="{8041FD85-FFC8-4F61-8913-E1B424F8C2B8}" srcId="{EAAD8236-5DA6-40A8-8F80-7288022C672E}" destId="{7AE11D95-75EE-4721-A0E7-A7045C1903DD}" srcOrd="1" destOrd="0" parTransId="{5298AF14-118D-4136-A51C-1A9415B9797C}" sibTransId="{ACFEA05D-A523-4F20-A514-957A094E12FD}"/>
    <dgm:cxn modelId="{6B8D40A1-3CEC-4BB8-908C-B0283A50B4DF}" type="presOf" srcId="{7AE11D95-75EE-4721-A0E7-A7045C1903DD}" destId="{8A8AA008-2989-47DE-BD86-3DF2DB691719}" srcOrd="0" destOrd="0" presId="urn:microsoft.com/office/officeart/2018/2/layout/IconVerticalSolidList"/>
    <dgm:cxn modelId="{7E482DD5-198C-4D33-AE88-EB41435AB3B2}" type="presOf" srcId="{866DA4E0-1AD7-4C0B-857C-61D5D8E6B88B}" destId="{2FD528B4-F85B-46DE-8A18-1A4773594775}" srcOrd="0" destOrd="0" presId="urn:microsoft.com/office/officeart/2018/2/layout/IconVerticalSolidList"/>
    <dgm:cxn modelId="{AF4692DE-C52A-4910-B5DF-BB90DC9326C4}" srcId="{EAAD8236-5DA6-40A8-8F80-7288022C672E}" destId="{866DA4E0-1AD7-4C0B-857C-61D5D8E6B88B}" srcOrd="0" destOrd="0" parTransId="{4D6CF09E-C49A-4A43-84D8-61578A6B53EE}" sibTransId="{E2CAF6CB-7CDA-4049-B9AD-E4A58F61BD96}"/>
    <dgm:cxn modelId="{8742DA5B-8765-45F6-A7B9-1613DBF6426F}" type="presParOf" srcId="{A1B1AC1F-E971-4C4F-96DC-545696C1915E}" destId="{C69FE0D5-B158-4995-9A20-8DD4C041AEAE}" srcOrd="0" destOrd="0" presId="urn:microsoft.com/office/officeart/2018/2/layout/IconVerticalSolidList"/>
    <dgm:cxn modelId="{12576C18-8DB1-40A9-A66D-301CEB485F0D}" type="presParOf" srcId="{C69FE0D5-B158-4995-9A20-8DD4C041AEAE}" destId="{7A07D19D-F17E-4C26-8933-A06AA92B236C}" srcOrd="0" destOrd="0" presId="urn:microsoft.com/office/officeart/2018/2/layout/IconVerticalSolidList"/>
    <dgm:cxn modelId="{962A55B5-0E25-4E87-BD24-64589BC3A8BA}" type="presParOf" srcId="{C69FE0D5-B158-4995-9A20-8DD4C041AEAE}" destId="{45B9CFF4-BFC8-4C3C-8445-3391F257E96D}" srcOrd="1" destOrd="0" presId="urn:microsoft.com/office/officeart/2018/2/layout/IconVerticalSolidList"/>
    <dgm:cxn modelId="{C1E8BB06-8507-404A-8F76-0E858FC17CBC}" type="presParOf" srcId="{C69FE0D5-B158-4995-9A20-8DD4C041AEAE}" destId="{3DCE833E-01FE-455A-96DC-69470886B792}" srcOrd="2" destOrd="0" presId="urn:microsoft.com/office/officeart/2018/2/layout/IconVerticalSolidList"/>
    <dgm:cxn modelId="{D0264609-16B3-4B8F-9BCA-A7B8521A39B2}" type="presParOf" srcId="{C69FE0D5-B158-4995-9A20-8DD4C041AEAE}" destId="{2FD528B4-F85B-46DE-8A18-1A4773594775}" srcOrd="3" destOrd="0" presId="urn:microsoft.com/office/officeart/2018/2/layout/IconVerticalSolidList"/>
    <dgm:cxn modelId="{F6DB23A8-9B7D-4D6D-93FC-E5F7AF8F1759}" type="presParOf" srcId="{A1B1AC1F-E971-4C4F-96DC-545696C1915E}" destId="{D4D384D8-FF63-4FCE-88D0-B02AD9FF41CB}" srcOrd="1" destOrd="0" presId="urn:microsoft.com/office/officeart/2018/2/layout/IconVerticalSolidList"/>
    <dgm:cxn modelId="{A346F2A8-544C-4856-9D88-44F7E9B45DBA}" type="presParOf" srcId="{A1B1AC1F-E971-4C4F-96DC-545696C1915E}" destId="{DCCEF1A5-0CCD-4FAD-8FA6-CC9B2FE5FB6F}" srcOrd="2" destOrd="0" presId="urn:microsoft.com/office/officeart/2018/2/layout/IconVerticalSolidList"/>
    <dgm:cxn modelId="{4AD67D09-C96D-485A-94DB-2F33AFBFCA5D}" type="presParOf" srcId="{DCCEF1A5-0CCD-4FAD-8FA6-CC9B2FE5FB6F}" destId="{C37C3D38-DE24-487D-84C3-B6FD17AE8981}" srcOrd="0" destOrd="0" presId="urn:microsoft.com/office/officeart/2018/2/layout/IconVerticalSolidList"/>
    <dgm:cxn modelId="{FF9B7060-F789-40B7-AA53-8C088F7CC17F}" type="presParOf" srcId="{DCCEF1A5-0CCD-4FAD-8FA6-CC9B2FE5FB6F}" destId="{F5FFF6C5-F8A1-4DBE-88F1-392D2E9EAA9F}" srcOrd="1" destOrd="0" presId="urn:microsoft.com/office/officeart/2018/2/layout/IconVerticalSolidList"/>
    <dgm:cxn modelId="{04ADB6E1-9836-47B0-929B-0349EE059057}" type="presParOf" srcId="{DCCEF1A5-0CCD-4FAD-8FA6-CC9B2FE5FB6F}" destId="{1B6FD13A-042E-4E63-A3DD-0E9FD93BE6C2}" srcOrd="2" destOrd="0" presId="urn:microsoft.com/office/officeart/2018/2/layout/IconVerticalSolidList"/>
    <dgm:cxn modelId="{E7293E34-9F83-415D-98E5-67CCF825B4F0}" type="presParOf" srcId="{DCCEF1A5-0CCD-4FAD-8FA6-CC9B2FE5FB6F}" destId="{8A8AA008-2989-47DE-BD86-3DF2DB691719}" srcOrd="3" destOrd="0" presId="urn:microsoft.com/office/officeart/2018/2/layout/IconVerticalSolidList"/>
    <dgm:cxn modelId="{77F811D3-219E-40AC-97AE-3FDE46AA087A}" type="presParOf" srcId="{A1B1AC1F-E971-4C4F-96DC-545696C1915E}" destId="{F6518FB0-223A-42BE-8260-B6067C7F1B57}" srcOrd="3" destOrd="0" presId="urn:microsoft.com/office/officeart/2018/2/layout/IconVerticalSolidList"/>
    <dgm:cxn modelId="{23934AD4-6CB5-4020-9F04-389508D885B7}" type="presParOf" srcId="{A1B1AC1F-E971-4C4F-96DC-545696C1915E}" destId="{5F747F39-5621-4DC2-BB42-B10BC08F8DAF}" srcOrd="4" destOrd="0" presId="urn:microsoft.com/office/officeart/2018/2/layout/IconVerticalSolidList"/>
    <dgm:cxn modelId="{C2128300-F7F5-4F63-846D-192D7409FED2}" type="presParOf" srcId="{5F747F39-5621-4DC2-BB42-B10BC08F8DAF}" destId="{32BEB61A-7619-4F0C-A12C-B7B08B957A8A}" srcOrd="0" destOrd="0" presId="urn:microsoft.com/office/officeart/2018/2/layout/IconVerticalSolidList"/>
    <dgm:cxn modelId="{628CB412-EA9D-42C4-BA43-82416F92ACB6}" type="presParOf" srcId="{5F747F39-5621-4DC2-BB42-B10BC08F8DAF}" destId="{E4E97EC8-585B-4E40-A5E3-90C4D97FCB74}" srcOrd="1" destOrd="0" presId="urn:microsoft.com/office/officeart/2018/2/layout/IconVerticalSolidList"/>
    <dgm:cxn modelId="{321A2BB4-A56A-4101-A0C2-CB16192C877A}" type="presParOf" srcId="{5F747F39-5621-4DC2-BB42-B10BC08F8DAF}" destId="{161E9EA7-8C0D-49F4-9FB2-D520AB779B7C}" srcOrd="2" destOrd="0" presId="urn:microsoft.com/office/officeart/2018/2/layout/IconVerticalSolidList"/>
    <dgm:cxn modelId="{2B94FCE9-6533-47B3-970B-EE46630207AA}" type="presParOf" srcId="{5F747F39-5621-4DC2-BB42-B10BC08F8DAF}" destId="{F1884090-E5CF-4B2B-ADE3-83824919B1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D4CE6D9-4B4C-4913-8C3F-E30D14FAE6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233D96-120B-49C3-9174-A5ABA32F9BD4}">
      <dgm:prSet/>
      <dgm:spPr/>
      <dgm:t>
        <a:bodyPr/>
        <a:lstStyle/>
        <a:p>
          <a:r>
            <a:rPr lang="en-US"/>
            <a:t>The project achieved its goal of creating an interactive tool to learn sorting.</a:t>
          </a:r>
        </a:p>
      </dgm:t>
    </dgm:pt>
    <dgm:pt modelId="{EB53E199-2F2B-4F78-8A41-FD0A4D10E3BB}" type="parTrans" cxnId="{64EE2E74-027C-4779-BC9A-AE265BA958B9}">
      <dgm:prSet/>
      <dgm:spPr/>
      <dgm:t>
        <a:bodyPr/>
        <a:lstStyle/>
        <a:p>
          <a:endParaRPr lang="en-US"/>
        </a:p>
      </dgm:t>
    </dgm:pt>
    <dgm:pt modelId="{6D8FBA24-A811-46D5-96BE-AC8BB7EB0F5E}" type="sibTrans" cxnId="{64EE2E74-027C-4779-BC9A-AE265BA958B9}">
      <dgm:prSet/>
      <dgm:spPr/>
      <dgm:t>
        <a:bodyPr/>
        <a:lstStyle/>
        <a:p>
          <a:endParaRPr lang="en-US"/>
        </a:p>
      </dgm:t>
    </dgm:pt>
    <dgm:pt modelId="{F2E7EE71-5639-4A63-BC1B-271551E215AF}">
      <dgm:prSet/>
      <dgm:spPr/>
      <dgm:t>
        <a:bodyPr/>
        <a:lstStyle/>
        <a:p>
          <a:r>
            <a:rPr lang="en-US"/>
            <a:t>Helped enhance frontend development and logical thinking skills.</a:t>
          </a:r>
        </a:p>
      </dgm:t>
    </dgm:pt>
    <dgm:pt modelId="{DE3197F6-7173-4F3E-861F-8695E7948373}" type="parTrans" cxnId="{9B4B1B40-60F1-4BE0-A69D-CEC060477FB8}">
      <dgm:prSet/>
      <dgm:spPr/>
      <dgm:t>
        <a:bodyPr/>
        <a:lstStyle/>
        <a:p>
          <a:endParaRPr lang="en-US"/>
        </a:p>
      </dgm:t>
    </dgm:pt>
    <dgm:pt modelId="{50A34272-6429-4D3F-B03C-A122259BCE4B}" type="sibTrans" cxnId="{9B4B1B40-60F1-4BE0-A69D-CEC060477FB8}">
      <dgm:prSet/>
      <dgm:spPr/>
      <dgm:t>
        <a:bodyPr/>
        <a:lstStyle/>
        <a:p>
          <a:endParaRPr lang="en-US"/>
        </a:p>
      </dgm:t>
    </dgm:pt>
    <dgm:pt modelId="{4D38B953-2611-4DA6-97E1-FF047E598DF9}">
      <dgm:prSet/>
      <dgm:spPr/>
      <dgm:t>
        <a:bodyPr/>
        <a:lstStyle/>
        <a:p>
          <a:r>
            <a:rPr lang="en-US"/>
            <a:t>Serves as a valuable tool for educational demonstrations.</a:t>
          </a:r>
        </a:p>
      </dgm:t>
    </dgm:pt>
    <dgm:pt modelId="{BEB9E061-83B4-49AA-9AB4-9BA3852F1D00}" type="parTrans" cxnId="{E2806A6B-2E3A-4915-B25C-9C6260831D9A}">
      <dgm:prSet/>
      <dgm:spPr/>
      <dgm:t>
        <a:bodyPr/>
        <a:lstStyle/>
        <a:p>
          <a:endParaRPr lang="en-US"/>
        </a:p>
      </dgm:t>
    </dgm:pt>
    <dgm:pt modelId="{C6115999-0BC4-4F8B-B968-EFDC801EC336}" type="sibTrans" cxnId="{E2806A6B-2E3A-4915-B25C-9C6260831D9A}">
      <dgm:prSet/>
      <dgm:spPr/>
      <dgm:t>
        <a:bodyPr/>
        <a:lstStyle/>
        <a:p>
          <a:endParaRPr lang="en-US"/>
        </a:p>
      </dgm:t>
    </dgm:pt>
    <dgm:pt modelId="{BFA45B08-37D6-48CB-B409-5571B9060254}" type="pres">
      <dgm:prSet presAssocID="{6D4CE6D9-4B4C-4913-8C3F-E30D14FAE6E1}" presName="linear" presStyleCnt="0">
        <dgm:presLayoutVars>
          <dgm:animLvl val="lvl"/>
          <dgm:resizeHandles val="exact"/>
        </dgm:presLayoutVars>
      </dgm:prSet>
      <dgm:spPr/>
    </dgm:pt>
    <dgm:pt modelId="{4B15D581-0A9C-4141-8AE4-F1053D5FA632}" type="pres">
      <dgm:prSet presAssocID="{72233D96-120B-49C3-9174-A5ABA32F9B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245D23E-344A-4B83-9814-EBD6C2D37927}" type="pres">
      <dgm:prSet presAssocID="{6D8FBA24-A811-46D5-96BE-AC8BB7EB0F5E}" presName="spacer" presStyleCnt="0"/>
      <dgm:spPr/>
    </dgm:pt>
    <dgm:pt modelId="{CD58ACB8-EFCB-4228-B02D-EA7024F6F6FC}" type="pres">
      <dgm:prSet presAssocID="{F2E7EE71-5639-4A63-BC1B-271551E215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A853156-367F-4A87-BEA8-0A41797C51A2}" type="pres">
      <dgm:prSet presAssocID="{50A34272-6429-4D3F-B03C-A122259BCE4B}" presName="spacer" presStyleCnt="0"/>
      <dgm:spPr/>
    </dgm:pt>
    <dgm:pt modelId="{77CB63E7-AF16-483A-9C31-C01B80D621DA}" type="pres">
      <dgm:prSet presAssocID="{4D38B953-2611-4DA6-97E1-FF047E598DF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22F607-E666-445E-B872-B2C7157CBC9D}" type="presOf" srcId="{4D38B953-2611-4DA6-97E1-FF047E598DF9}" destId="{77CB63E7-AF16-483A-9C31-C01B80D621DA}" srcOrd="0" destOrd="0" presId="urn:microsoft.com/office/officeart/2005/8/layout/vList2"/>
    <dgm:cxn modelId="{9B4B1B40-60F1-4BE0-A69D-CEC060477FB8}" srcId="{6D4CE6D9-4B4C-4913-8C3F-E30D14FAE6E1}" destId="{F2E7EE71-5639-4A63-BC1B-271551E215AF}" srcOrd="1" destOrd="0" parTransId="{DE3197F6-7173-4F3E-861F-8695E7948373}" sibTransId="{50A34272-6429-4D3F-B03C-A122259BCE4B}"/>
    <dgm:cxn modelId="{E2806A6B-2E3A-4915-B25C-9C6260831D9A}" srcId="{6D4CE6D9-4B4C-4913-8C3F-E30D14FAE6E1}" destId="{4D38B953-2611-4DA6-97E1-FF047E598DF9}" srcOrd="2" destOrd="0" parTransId="{BEB9E061-83B4-49AA-9AB4-9BA3852F1D00}" sibTransId="{C6115999-0BC4-4F8B-B968-EFDC801EC336}"/>
    <dgm:cxn modelId="{DB5A6572-D17B-41F8-A93C-468BC7FE9CB1}" type="presOf" srcId="{F2E7EE71-5639-4A63-BC1B-271551E215AF}" destId="{CD58ACB8-EFCB-4228-B02D-EA7024F6F6FC}" srcOrd="0" destOrd="0" presId="urn:microsoft.com/office/officeart/2005/8/layout/vList2"/>
    <dgm:cxn modelId="{FB632874-5447-4844-AD1C-D9F84B89EAC9}" type="presOf" srcId="{6D4CE6D9-4B4C-4913-8C3F-E30D14FAE6E1}" destId="{BFA45B08-37D6-48CB-B409-5571B9060254}" srcOrd="0" destOrd="0" presId="urn:microsoft.com/office/officeart/2005/8/layout/vList2"/>
    <dgm:cxn modelId="{64EE2E74-027C-4779-BC9A-AE265BA958B9}" srcId="{6D4CE6D9-4B4C-4913-8C3F-E30D14FAE6E1}" destId="{72233D96-120B-49C3-9174-A5ABA32F9BD4}" srcOrd="0" destOrd="0" parTransId="{EB53E199-2F2B-4F78-8A41-FD0A4D10E3BB}" sibTransId="{6D8FBA24-A811-46D5-96BE-AC8BB7EB0F5E}"/>
    <dgm:cxn modelId="{8B3C1678-0EA2-4535-9BC4-EB8C8888E06F}" type="presOf" srcId="{72233D96-120B-49C3-9174-A5ABA32F9BD4}" destId="{4B15D581-0A9C-4141-8AE4-F1053D5FA632}" srcOrd="0" destOrd="0" presId="urn:microsoft.com/office/officeart/2005/8/layout/vList2"/>
    <dgm:cxn modelId="{5609269D-6A1C-4995-9912-FD573A854604}" type="presParOf" srcId="{BFA45B08-37D6-48CB-B409-5571B9060254}" destId="{4B15D581-0A9C-4141-8AE4-F1053D5FA632}" srcOrd="0" destOrd="0" presId="urn:microsoft.com/office/officeart/2005/8/layout/vList2"/>
    <dgm:cxn modelId="{B30FAD2D-8B65-42FE-98A3-D90FCD23C648}" type="presParOf" srcId="{BFA45B08-37D6-48CB-B409-5571B9060254}" destId="{0245D23E-344A-4B83-9814-EBD6C2D37927}" srcOrd="1" destOrd="0" presId="urn:microsoft.com/office/officeart/2005/8/layout/vList2"/>
    <dgm:cxn modelId="{F196FEC3-7AA4-41C3-AFE7-B6FB4C127083}" type="presParOf" srcId="{BFA45B08-37D6-48CB-B409-5571B9060254}" destId="{CD58ACB8-EFCB-4228-B02D-EA7024F6F6FC}" srcOrd="2" destOrd="0" presId="urn:microsoft.com/office/officeart/2005/8/layout/vList2"/>
    <dgm:cxn modelId="{0F8E9003-8719-4320-9E30-369CCEDBD503}" type="presParOf" srcId="{BFA45B08-37D6-48CB-B409-5571B9060254}" destId="{4A853156-367F-4A87-BEA8-0A41797C51A2}" srcOrd="3" destOrd="0" presId="urn:microsoft.com/office/officeart/2005/8/layout/vList2"/>
    <dgm:cxn modelId="{10D2835D-44A4-4F70-9A12-786D11DDB0A0}" type="presParOf" srcId="{BFA45B08-37D6-48CB-B409-5571B9060254}" destId="{77CB63E7-AF16-483A-9C31-C01B80D621D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BCC35-D5D8-4B7E-8986-11E9FDFD41E4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Sorting is a fundamental concept in computer science.</a:t>
          </a:r>
        </a:p>
      </dsp:txBody>
      <dsp:txXfrm>
        <a:off x="83216" y="163860"/>
        <a:ext cx="4833692" cy="1538258"/>
      </dsp:txXfrm>
    </dsp:sp>
    <dsp:sp modelId="{F4FDAA11-5FB6-48AC-B6A1-F47AD7A41E80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This project helps visualize how different sorting algorithms work.</a:t>
          </a:r>
        </a:p>
      </dsp:txBody>
      <dsp:txXfrm>
        <a:off x="83216" y="1957830"/>
        <a:ext cx="4833692" cy="1538258"/>
      </dsp:txXfrm>
    </dsp:sp>
    <dsp:sp modelId="{6DD320D3-60A1-479E-AF04-4786AA75239A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It helps students understand sorting logic in an interactive way.</a:t>
          </a:r>
        </a:p>
      </dsp:txBody>
      <dsp:txXfrm>
        <a:off x="83216" y="3751801"/>
        <a:ext cx="4833692" cy="153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9EDE3-46E2-469E-96B6-31F6B5638194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D663C5-53D4-400D-A355-B1B82120A972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To visualize and understand sorting algorithms through animations.</a:t>
          </a:r>
        </a:p>
      </dsp:txBody>
      <dsp:txXfrm>
        <a:off x="0" y="2663"/>
        <a:ext cx="5000124" cy="1816197"/>
      </dsp:txXfrm>
    </dsp:sp>
    <dsp:sp modelId="{D46D094A-C882-4AD8-8C50-40028B305C00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A99C67-F394-4075-850F-A908074A52DC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Allow users to control array size and speed of sorting.</a:t>
          </a:r>
        </a:p>
      </dsp:txBody>
      <dsp:txXfrm>
        <a:off x="0" y="1818861"/>
        <a:ext cx="5000124" cy="1816197"/>
      </dsp:txXfrm>
    </dsp:sp>
    <dsp:sp modelId="{63398052-3F2D-4BFA-BCEA-59687725CFDA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408C83-320A-488E-B822-50A4ACF57C26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Make learning sorting more interactive and fun.</a:t>
          </a:r>
        </a:p>
      </dsp:txBody>
      <dsp:txXfrm>
        <a:off x="0" y="3635058"/>
        <a:ext cx="5000124" cy="18161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F7EF5-6218-4FAE-93E6-FAC898DD9585}">
      <dsp:nvSpPr>
        <dsp:cNvPr id="0" name=""/>
        <dsp:cNvSpPr/>
      </dsp:nvSpPr>
      <dsp:spPr>
        <a:xfrm>
          <a:off x="918268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2A68D-DAC0-4244-9896-BD622AB9471D}">
      <dsp:nvSpPr>
        <dsp:cNvPr id="0" name=""/>
        <dsp:cNvSpPr/>
      </dsp:nvSpPr>
      <dsp:spPr>
        <a:xfrm>
          <a:off x="1122104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C41EB-E211-4B59-B6C8-A3C858EACB78}">
      <dsp:nvSpPr>
        <dsp:cNvPr id="0" name=""/>
        <dsp:cNvSpPr/>
      </dsp:nvSpPr>
      <dsp:spPr>
        <a:xfrm>
          <a:off x="612514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Visualizes 6 different sorting algorithms.</a:t>
          </a:r>
        </a:p>
      </dsp:txBody>
      <dsp:txXfrm>
        <a:off x="612514" y="1255648"/>
        <a:ext cx="1567968" cy="627187"/>
      </dsp:txXfrm>
    </dsp:sp>
    <dsp:sp modelId="{715E8BE6-DED0-4810-BE3B-E9547125F514}">
      <dsp:nvSpPr>
        <dsp:cNvPr id="0" name=""/>
        <dsp:cNvSpPr/>
      </dsp:nvSpPr>
      <dsp:spPr>
        <a:xfrm>
          <a:off x="2760631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65B8D-31F3-451D-8789-5F3F9CB1F6B2}">
      <dsp:nvSpPr>
        <dsp:cNvPr id="0" name=""/>
        <dsp:cNvSpPr/>
      </dsp:nvSpPr>
      <dsp:spPr>
        <a:xfrm>
          <a:off x="2964467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0A713-CF32-4951-BD16-1852EF7AC929}">
      <dsp:nvSpPr>
        <dsp:cNvPr id="0" name=""/>
        <dsp:cNvSpPr/>
      </dsp:nvSpPr>
      <dsp:spPr>
        <a:xfrm>
          <a:off x="2454877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Adjustable array size and speed.</a:t>
          </a:r>
        </a:p>
      </dsp:txBody>
      <dsp:txXfrm>
        <a:off x="2454877" y="1255648"/>
        <a:ext cx="1567968" cy="627187"/>
      </dsp:txXfrm>
    </dsp:sp>
    <dsp:sp modelId="{BAE939C6-6F84-4FD4-B830-4BCF7F67CEB9}">
      <dsp:nvSpPr>
        <dsp:cNvPr id="0" name=""/>
        <dsp:cNvSpPr/>
      </dsp:nvSpPr>
      <dsp:spPr>
        <a:xfrm>
          <a:off x="4602994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A9D5D-D172-4179-905C-ED4CD253B71A}">
      <dsp:nvSpPr>
        <dsp:cNvPr id="0" name=""/>
        <dsp:cNvSpPr/>
      </dsp:nvSpPr>
      <dsp:spPr>
        <a:xfrm>
          <a:off x="4806830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57487-17A8-4650-AA11-CA28361ABDBB}">
      <dsp:nvSpPr>
        <dsp:cNvPr id="0" name=""/>
        <dsp:cNvSpPr/>
      </dsp:nvSpPr>
      <dsp:spPr>
        <a:xfrm>
          <a:off x="4297240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User-friendly interface.</a:t>
          </a:r>
        </a:p>
      </dsp:txBody>
      <dsp:txXfrm>
        <a:off x="4297240" y="1255648"/>
        <a:ext cx="1567968" cy="627187"/>
      </dsp:txXfrm>
    </dsp:sp>
    <dsp:sp modelId="{FA9A16E5-43B3-404A-A842-DB6FD1C75215}">
      <dsp:nvSpPr>
        <dsp:cNvPr id="0" name=""/>
        <dsp:cNvSpPr/>
      </dsp:nvSpPr>
      <dsp:spPr>
        <a:xfrm>
          <a:off x="6445357" y="1273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C7987-E231-4F65-8425-F58919D92635}">
      <dsp:nvSpPr>
        <dsp:cNvPr id="0" name=""/>
        <dsp:cNvSpPr/>
      </dsp:nvSpPr>
      <dsp:spPr>
        <a:xfrm>
          <a:off x="6649193" y="205109"/>
          <a:ext cx="548789" cy="5487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E6A5A-933E-40D6-A400-444E58DFC3B5}">
      <dsp:nvSpPr>
        <dsp:cNvPr id="0" name=""/>
        <dsp:cNvSpPr/>
      </dsp:nvSpPr>
      <dsp:spPr>
        <a:xfrm>
          <a:off x="6139604" y="1255648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Color-coded comparisons and swaps.</a:t>
          </a:r>
        </a:p>
      </dsp:txBody>
      <dsp:txXfrm>
        <a:off x="6139604" y="1255648"/>
        <a:ext cx="1567968" cy="627187"/>
      </dsp:txXfrm>
    </dsp:sp>
    <dsp:sp modelId="{EF8FF327-C37E-4335-A456-4BF39E6E9CD7}">
      <dsp:nvSpPr>
        <dsp:cNvPr id="0" name=""/>
        <dsp:cNvSpPr/>
      </dsp:nvSpPr>
      <dsp:spPr>
        <a:xfrm>
          <a:off x="3681813" y="2274828"/>
          <a:ext cx="956460" cy="9564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4EF1E-74CA-4C83-97D3-E6826F5D36D1}">
      <dsp:nvSpPr>
        <dsp:cNvPr id="0" name=""/>
        <dsp:cNvSpPr/>
      </dsp:nvSpPr>
      <dsp:spPr>
        <a:xfrm>
          <a:off x="3885648" y="2478664"/>
          <a:ext cx="548789" cy="5487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5E832-2B95-4382-BE62-2F03C4D27B56}">
      <dsp:nvSpPr>
        <dsp:cNvPr id="0" name=""/>
        <dsp:cNvSpPr/>
      </dsp:nvSpPr>
      <dsp:spPr>
        <a:xfrm>
          <a:off x="3376059" y="3529203"/>
          <a:ext cx="1567968" cy="62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Real-time bar animations.</a:t>
          </a:r>
        </a:p>
      </dsp:txBody>
      <dsp:txXfrm>
        <a:off x="3376059" y="3529203"/>
        <a:ext cx="1567968" cy="627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3B5BB-A9BA-4883-8D8C-3678043A3617}">
      <dsp:nvSpPr>
        <dsp:cNvPr id="0" name=""/>
        <dsp:cNvSpPr/>
      </dsp:nvSpPr>
      <dsp:spPr>
        <a:xfrm>
          <a:off x="0" y="24248"/>
          <a:ext cx="4683949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Bubble Sort</a:t>
          </a:r>
        </a:p>
      </dsp:txBody>
      <dsp:txXfrm>
        <a:off x="40980" y="65228"/>
        <a:ext cx="4601989" cy="757514"/>
      </dsp:txXfrm>
    </dsp:sp>
    <dsp:sp modelId="{1CE1B7A2-EC8D-4930-8B0F-CAA90EF81624}">
      <dsp:nvSpPr>
        <dsp:cNvPr id="0" name=""/>
        <dsp:cNvSpPr/>
      </dsp:nvSpPr>
      <dsp:spPr>
        <a:xfrm>
          <a:off x="0" y="964523"/>
          <a:ext cx="4683949" cy="839474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Selection Sort</a:t>
          </a:r>
        </a:p>
      </dsp:txBody>
      <dsp:txXfrm>
        <a:off x="40980" y="1005503"/>
        <a:ext cx="4601989" cy="757514"/>
      </dsp:txXfrm>
    </dsp:sp>
    <dsp:sp modelId="{9E079898-6984-4A73-A9F1-301B15562F58}">
      <dsp:nvSpPr>
        <dsp:cNvPr id="0" name=""/>
        <dsp:cNvSpPr/>
      </dsp:nvSpPr>
      <dsp:spPr>
        <a:xfrm>
          <a:off x="0" y="1904798"/>
          <a:ext cx="4683949" cy="839474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Insertion Sort</a:t>
          </a:r>
        </a:p>
      </dsp:txBody>
      <dsp:txXfrm>
        <a:off x="40980" y="1945778"/>
        <a:ext cx="4601989" cy="757514"/>
      </dsp:txXfrm>
    </dsp:sp>
    <dsp:sp modelId="{1F59406E-E6F1-49C6-8F1F-3B56BD2D2CF0}">
      <dsp:nvSpPr>
        <dsp:cNvPr id="0" name=""/>
        <dsp:cNvSpPr/>
      </dsp:nvSpPr>
      <dsp:spPr>
        <a:xfrm>
          <a:off x="0" y="2845073"/>
          <a:ext cx="4683949" cy="839474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Merge Sort</a:t>
          </a:r>
        </a:p>
      </dsp:txBody>
      <dsp:txXfrm>
        <a:off x="40980" y="2886053"/>
        <a:ext cx="4601989" cy="757514"/>
      </dsp:txXfrm>
    </dsp:sp>
    <dsp:sp modelId="{5A0202EC-75A4-46A9-ADBA-2F090C885608}">
      <dsp:nvSpPr>
        <dsp:cNvPr id="0" name=""/>
        <dsp:cNvSpPr/>
      </dsp:nvSpPr>
      <dsp:spPr>
        <a:xfrm>
          <a:off x="0" y="3785348"/>
          <a:ext cx="4683949" cy="839474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Quick Sort</a:t>
          </a:r>
        </a:p>
      </dsp:txBody>
      <dsp:txXfrm>
        <a:off x="40980" y="3826328"/>
        <a:ext cx="4601989" cy="757514"/>
      </dsp:txXfrm>
    </dsp:sp>
    <dsp:sp modelId="{D28F9AA7-2E05-4B3A-BC19-D62F104D3887}">
      <dsp:nvSpPr>
        <dsp:cNvPr id="0" name=""/>
        <dsp:cNvSpPr/>
      </dsp:nvSpPr>
      <dsp:spPr>
        <a:xfrm>
          <a:off x="0" y="4725623"/>
          <a:ext cx="4683949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Heap Sort</a:t>
          </a:r>
        </a:p>
      </dsp:txBody>
      <dsp:txXfrm>
        <a:off x="40980" y="4766603"/>
        <a:ext cx="4601989" cy="757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1B5AE-F8B5-4B9C-BCB9-FFBCE6187218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E53F4-9D56-4728-AE56-FC9BF0EECF67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Frontend: HTML, CSS, JavaScript</a:t>
          </a:r>
        </a:p>
      </dsp:txBody>
      <dsp:txXfrm>
        <a:off x="433546" y="784100"/>
        <a:ext cx="3211056" cy="1993740"/>
      </dsp:txXfrm>
    </dsp:sp>
    <dsp:sp modelId="{A7677605-59EA-400F-80A9-525E58455A8A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7DB5E-BE4B-4E56-A0A3-31CCA80222BB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Editor: Visual Studio Code</a:t>
          </a:r>
        </a:p>
      </dsp:txBody>
      <dsp:txXfrm>
        <a:off x="4509795" y="784100"/>
        <a:ext cx="3211056" cy="19937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A6E5-6FF6-4A3B-90C0-B3005BC4D06E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User inputs array size and speed.</a:t>
          </a:r>
        </a:p>
      </dsp:txBody>
      <dsp:txXfrm>
        <a:off x="0" y="591343"/>
        <a:ext cx="2571749" cy="1543050"/>
      </dsp:txXfrm>
    </dsp:sp>
    <dsp:sp modelId="{B43921AC-1864-4A0C-A5EE-BE7778D38664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User selects a sorting algorithm.</a:t>
          </a:r>
        </a:p>
      </dsp:txBody>
      <dsp:txXfrm>
        <a:off x="2828925" y="591343"/>
        <a:ext cx="2571749" cy="1543050"/>
      </dsp:txXfrm>
    </dsp:sp>
    <dsp:sp modelId="{B7263EF9-D62D-45C4-9C28-84C2C665B80D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Bars are displayed based on array values.</a:t>
          </a:r>
        </a:p>
      </dsp:txBody>
      <dsp:txXfrm>
        <a:off x="5657849" y="591343"/>
        <a:ext cx="2571749" cy="1543050"/>
      </dsp:txXfrm>
    </dsp:sp>
    <dsp:sp modelId="{033B1F75-C250-4D0B-BAC2-7BA5B6EB2AA0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Sorting animation starts with color indication.</a:t>
          </a:r>
        </a:p>
      </dsp:txBody>
      <dsp:txXfrm>
        <a:off x="1414462" y="2391569"/>
        <a:ext cx="2571749" cy="1543050"/>
      </dsp:txXfrm>
    </dsp:sp>
    <dsp:sp modelId="{701E2AE7-CBAE-43DE-B301-E8DECD28A361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5. Final sorted array is displayed.</a:t>
          </a:r>
        </a:p>
      </dsp:txBody>
      <dsp:txXfrm>
        <a:off x="4243387" y="2391569"/>
        <a:ext cx="2571749" cy="15430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65F13-5D6A-4304-A0B3-5FAE14795313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F3218-89AE-44E2-9021-8E58FE2E1AD6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6E4F1-68C4-4935-8218-A98D5BFFC794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Making the site responsive with CSS as a beginner.</a:t>
          </a:r>
        </a:p>
      </dsp:txBody>
      <dsp:txXfrm>
        <a:off x="1794986" y="664"/>
        <a:ext cx="3327939" cy="1554100"/>
      </dsp:txXfrm>
    </dsp:sp>
    <dsp:sp modelId="{779FC7B6-0C8B-4714-AD89-47ACB5706ECE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E0E62-AF79-4709-8571-412B56341889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9F478-B06D-42E0-B088-505AFD24385B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Implementing sorting algorithms in JavaScript instead of C/C++.</a:t>
          </a:r>
        </a:p>
      </dsp:txBody>
      <dsp:txXfrm>
        <a:off x="1794986" y="1943289"/>
        <a:ext cx="3327939" cy="1554100"/>
      </dsp:txXfrm>
    </dsp:sp>
    <dsp:sp modelId="{F2E9E5F5-729D-4019-A9F2-493835623E47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CCC55-7E59-4796-BEA8-034EEC49EC21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C6BC7-751B-4B03-B7E3-2485FA4898FA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Synchronizing visual animation with logic.</a:t>
          </a:r>
        </a:p>
      </dsp:txBody>
      <dsp:txXfrm>
        <a:off x="1794986" y="3885915"/>
        <a:ext cx="3327939" cy="15541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2F051-CB23-4465-9098-AA4586ACDA1B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A7028-B986-4F50-8F5C-431A44C0D1C6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C85C4-BB24-4828-B0C6-461DEF27DD1C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 more sorting algorithms (e.g., Radix, Bucket).</a:t>
          </a:r>
        </a:p>
      </dsp:txBody>
      <dsp:txXfrm>
        <a:off x="1428292" y="2439"/>
        <a:ext cx="3297908" cy="1236616"/>
      </dsp:txXfrm>
    </dsp:sp>
    <dsp:sp modelId="{B11E8340-DDE8-4F2A-A12F-19A1CED202AD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9AE22-C475-4E58-9F83-EC0A9C5E0D9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9DF8D-D6BE-4F50-829B-A8359B5A8F40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 UI/UX design.</a:t>
          </a:r>
        </a:p>
      </dsp:txBody>
      <dsp:txXfrm>
        <a:off x="1428292" y="1548210"/>
        <a:ext cx="3297908" cy="1236616"/>
      </dsp:txXfrm>
    </dsp:sp>
    <dsp:sp modelId="{35EEAC00-F3B6-4FFA-BE28-726B8C7124AD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129B8-2CA2-4B49-A2A1-6A00005A6C1B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C45DD-7A31-4AEA-A07F-2EE6F4B5EF0C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 sound or explanation voice-over.</a:t>
          </a:r>
        </a:p>
      </dsp:txBody>
      <dsp:txXfrm>
        <a:off x="1428292" y="3093981"/>
        <a:ext cx="3297908" cy="1236616"/>
      </dsp:txXfrm>
    </dsp:sp>
    <dsp:sp modelId="{65E2A774-8734-4B52-8F33-E07AA16292D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6992F-6D04-4D2D-B362-95D3A601DD33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19DA5-5472-44B8-8553-085D607DA59B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Store user progress using backend support.</a:t>
          </a:r>
        </a:p>
      </dsp:txBody>
      <dsp:txXfrm>
        <a:off x="1428292" y="4639752"/>
        <a:ext cx="3297908" cy="12366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7D19D-F17E-4C26-8933-A06AA92B236C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9CFF4-BFC8-4C3C-8445-3391F257E96D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528B4-F85B-46DE-8A18-1A4773594775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Successfully visualized 6 sorting algorithms.</a:t>
          </a:r>
        </a:p>
      </dsp:txBody>
      <dsp:txXfrm>
        <a:off x="1493203" y="552"/>
        <a:ext cx="6736396" cy="1292816"/>
      </dsp:txXfrm>
    </dsp:sp>
    <dsp:sp modelId="{C37C3D38-DE24-487D-84C3-B6FD17AE8981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FF6C5-F8A1-4DBE-88F1-392D2E9EAA9F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AA008-2989-47DE-BD86-3DF2DB69171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Responsive design works across devices.</a:t>
          </a:r>
        </a:p>
      </dsp:txBody>
      <dsp:txXfrm>
        <a:off x="1493203" y="1616573"/>
        <a:ext cx="6736396" cy="1292816"/>
      </dsp:txXfrm>
    </dsp:sp>
    <dsp:sp modelId="{32BEB61A-7619-4F0C-A12C-B7B08B957A8A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97EC8-585B-4E40-A5E3-90C4D97FCB74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84090-E5CF-4B2B-ADE3-83824919B10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Improved understanding of algorithm behavior.</a:t>
          </a:r>
        </a:p>
      </dsp:txBody>
      <dsp:txXfrm>
        <a:off x="1493203" y="3232593"/>
        <a:ext cx="6736396" cy="12928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5D581-0A9C-4141-8AE4-F1053D5FA632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 project achieved its goal of creating an interactive tool to learn sorting.</a:t>
          </a:r>
        </a:p>
      </dsp:txBody>
      <dsp:txXfrm>
        <a:off x="85900" y="122290"/>
        <a:ext cx="5003584" cy="1587880"/>
      </dsp:txXfrm>
    </dsp:sp>
    <dsp:sp modelId="{CD58ACB8-EFCB-4228-B02D-EA7024F6F6FC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Helped enhance frontend development and logical thinking skills.</a:t>
          </a:r>
        </a:p>
      </dsp:txBody>
      <dsp:txXfrm>
        <a:off x="85900" y="1974130"/>
        <a:ext cx="5003584" cy="1587880"/>
      </dsp:txXfrm>
    </dsp:sp>
    <dsp:sp modelId="{77CB63E7-AF16-483A-9C31-C01B80D621DA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Serves as a valuable tool for educational demonstrations.</a:t>
          </a:r>
        </a:p>
      </dsp:txBody>
      <dsp:txXfrm>
        <a:off x="85900" y="3825970"/>
        <a:ext cx="5003584" cy="1587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Sorting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n-US" dirty="0"/>
          </a:p>
          <a:p>
            <a:pPr algn="l"/>
            <a:r>
              <a:rPr dirty="0"/>
              <a:t>Made by – Rajnish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FDC9128-0079-ED05-A982-0AD630B2F2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32320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FE214-941C-E464-7CDA-931854674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45099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827C3D-176F-71CD-A6F1-596B98B51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569727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Sorting Algorithms Implemented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30B27D-3E8C-D846-589B-4A2AA24E2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27515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Tools &amp; Technologies Used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E043D5-7B3A-3549-EC6D-C876D3C1C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56108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08AC59-13D1-7CC4-6BFE-954AE8D9C6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Challenges Faced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9FE3147-3221-53A9-B783-614317A7B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89575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Future Enhancements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BE85168-CD43-20A1-7AAD-A97038299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2375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439B7A-0C3E-9260-D115-5126798C29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Screenshots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r>
              <a:rPr lang="en-US" sz="1600"/>
              <a:t>• Home Page</a:t>
            </a:r>
          </a:p>
          <a:p>
            <a:endParaRPr lang="en-US" sz="1600"/>
          </a:p>
          <a:p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8C273-EC1A-B7F9-7869-7EC95ED0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39" y="2278274"/>
            <a:ext cx="6183241" cy="28752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CB7742-E4A9-9F0E-97E5-E58D4DAAE123}"/>
              </a:ext>
            </a:extLst>
          </p:cNvPr>
          <p:cNvSpPr txBox="1"/>
          <p:nvPr/>
        </p:nvSpPr>
        <p:spPr>
          <a:xfrm>
            <a:off x="411957" y="458033"/>
            <a:ext cx="3943349" cy="7262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• Sorting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9CFB0-DC62-7488-B272-E4A9F858D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56" y="1747421"/>
            <a:ext cx="8317705" cy="378455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5933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B4D83-2F95-05EF-1ABD-26CA40692201}"/>
              </a:ext>
            </a:extLst>
          </p:cNvPr>
          <p:cNvSpPr txBox="1"/>
          <p:nvPr/>
        </p:nvSpPr>
        <p:spPr>
          <a:xfrm>
            <a:off x="479160" y="390525"/>
            <a:ext cx="818223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• Speed and Size Controls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1B8F6-D66E-CEC4-A0CA-79538B96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751520"/>
            <a:ext cx="7588949" cy="165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3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5F385F-4A24-33D5-BF83-B9887E8D4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3071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302</Words>
  <Application>Microsoft Office PowerPoint</Application>
  <PresentationFormat>On-screen Show (4:3)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Sorting Visualizer</vt:lpstr>
      <vt:lpstr>Introduction</vt:lpstr>
      <vt:lpstr>Objective</vt:lpstr>
      <vt:lpstr>Features</vt:lpstr>
      <vt:lpstr>Sorting Algorithms Implemented</vt:lpstr>
      <vt:lpstr>Tools &amp; Technologies Used</vt:lpstr>
      <vt:lpstr>Project Workflow</vt:lpstr>
      <vt:lpstr>Challenges Faced</vt:lpstr>
      <vt:lpstr>Future Enhancements</vt:lpstr>
      <vt:lpstr>Results</vt:lpstr>
      <vt:lpstr>Screenshots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RAJNISH GUPTA</dc:creator>
  <cp:keywords/>
  <dc:description>generated using python-pptx</dc:description>
  <cp:lastModifiedBy>RAJNISH GUPTA</cp:lastModifiedBy>
  <cp:revision>3</cp:revision>
  <dcterms:created xsi:type="dcterms:W3CDTF">2013-01-27T09:14:16Z</dcterms:created>
  <dcterms:modified xsi:type="dcterms:W3CDTF">2025-12-06T11:48:33Z</dcterms:modified>
  <cp:category/>
</cp:coreProperties>
</file>